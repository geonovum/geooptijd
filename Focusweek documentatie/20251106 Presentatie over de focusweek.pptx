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8"/>
  </p:notesMasterIdLst>
  <p:sldIdLst>
    <p:sldId id="256" r:id="rId5"/>
    <p:sldId id="297" r:id="rId6"/>
    <p:sldId id="296" r:id="rId7"/>
  </p:sldIdLst>
  <p:sldSz cx="12192000" cy="6858000"/>
  <p:notesSz cx="6808788" cy="9940925"/>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EEEE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Stijl, gemiddeld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0" d="100"/>
          <a:sy n="150" d="100"/>
        </p:scale>
        <p:origin x="65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oud Urdu" userId="S::d.urdu@geonovum.nl::964f311e-2d9a-4220-a5a5-3e01abbcacd4" providerId="AD" clId="Web-{A3CFB9DF-B9AB-E314-BB54-DC21B4F2DA3E}"/>
    <pc:docChg chg="modSld">
      <pc:chgData name="Daoud Urdu" userId="S::d.urdu@geonovum.nl::964f311e-2d9a-4220-a5a5-3e01abbcacd4" providerId="AD" clId="Web-{A3CFB9DF-B9AB-E314-BB54-DC21B4F2DA3E}" dt="2025-10-13T10:20:06.746" v="28" actId="1076"/>
      <pc:docMkLst>
        <pc:docMk/>
      </pc:docMkLst>
      <pc:sldChg chg="addSp modSp">
        <pc:chgData name="Daoud Urdu" userId="S::d.urdu@geonovum.nl::964f311e-2d9a-4220-a5a5-3e01abbcacd4" providerId="AD" clId="Web-{A3CFB9DF-B9AB-E314-BB54-DC21B4F2DA3E}" dt="2025-10-13T10:20:06.746" v="28" actId="1076"/>
        <pc:sldMkLst>
          <pc:docMk/>
          <pc:sldMk cId="2271454149" sldId="300"/>
        </pc:sldMkLst>
      </pc:sldChg>
    </pc:docChg>
  </pc:docChgLst>
  <pc:docChgLst>
    <pc:chgData name="Monique van Scherpenzeel" userId="c2cc4e2a-5857-4f9e-a5be-eac8c8d58ae9" providerId="ADAL" clId="{9A19318A-10FC-4BC3-B9A1-8E9DD5CCAF95}"/>
    <pc:docChg chg="undo custSel addSld delSld modSld">
      <pc:chgData name="Monique van Scherpenzeel" userId="c2cc4e2a-5857-4f9e-a5be-eac8c8d58ae9" providerId="ADAL" clId="{9A19318A-10FC-4BC3-B9A1-8E9DD5CCAF95}" dt="2025-10-13T14:56:46.128" v="1356" actId="6549"/>
      <pc:docMkLst>
        <pc:docMk/>
      </pc:docMkLst>
      <pc:sldChg chg="modSp mod">
        <pc:chgData name="Monique van Scherpenzeel" userId="c2cc4e2a-5857-4f9e-a5be-eac8c8d58ae9" providerId="ADAL" clId="{9A19318A-10FC-4BC3-B9A1-8E9DD5CCAF95}" dt="2025-10-13T10:19:06.402" v="1345" actId="20577"/>
        <pc:sldMkLst>
          <pc:docMk/>
          <pc:sldMk cId="1730279639" sldId="256"/>
        </pc:sldMkLst>
        <pc:spChg chg="mod">
          <ac:chgData name="Monique van Scherpenzeel" userId="c2cc4e2a-5857-4f9e-a5be-eac8c8d58ae9" providerId="ADAL" clId="{9A19318A-10FC-4BC3-B9A1-8E9DD5CCAF95}" dt="2025-10-13T10:19:06.402" v="1345" actId="20577"/>
          <ac:spMkLst>
            <pc:docMk/>
            <pc:sldMk cId="1730279639" sldId="256"/>
            <ac:spMk id="14" creationId="{E5C588CF-1BFB-0D66-F25E-177160CCAE65}"/>
          </ac:spMkLst>
        </pc:spChg>
      </pc:sldChg>
      <pc:sldChg chg="modSp mod modNotesTx">
        <pc:chgData name="Monique van Scherpenzeel" userId="c2cc4e2a-5857-4f9e-a5be-eac8c8d58ae9" providerId="ADAL" clId="{9A19318A-10FC-4BC3-B9A1-8E9DD5CCAF95}" dt="2025-10-13T14:56:46.128" v="1356" actId="6549"/>
        <pc:sldMkLst>
          <pc:docMk/>
          <pc:sldMk cId="954531295" sldId="286"/>
        </pc:sldMkLst>
        <pc:spChg chg="mod">
          <ac:chgData name="Monique van Scherpenzeel" userId="c2cc4e2a-5857-4f9e-a5be-eac8c8d58ae9" providerId="ADAL" clId="{9A19318A-10FC-4BC3-B9A1-8E9DD5CCAF95}" dt="2025-10-13T09:36:20.196" v="654" actId="6549"/>
          <ac:spMkLst>
            <pc:docMk/>
            <pc:sldMk cId="954531295" sldId="286"/>
            <ac:spMk id="6" creationId="{5C14EEB9-ACEB-88AD-E05E-2E9A8A69CBD5}"/>
          </ac:spMkLst>
        </pc:spChg>
        <pc:spChg chg="mod">
          <ac:chgData name="Monique van Scherpenzeel" userId="c2cc4e2a-5857-4f9e-a5be-eac8c8d58ae9" providerId="ADAL" clId="{9A19318A-10FC-4BC3-B9A1-8E9DD5CCAF95}" dt="2025-10-13T14:56:46.128" v="1356" actId="6549"/>
          <ac:spMkLst>
            <pc:docMk/>
            <pc:sldMk cId="954531295" sldId="286"/>
            <ac:spMk id="7" creationId="{3E8A6620-23F4-508B-17BB-C3AC9048D7AD}"/>
          </ac:spMkLst>
        </pc:spChg>
      </pc:sldChg>
      <pc:sldChg chg="modNotesTx">
        <pc:chgData name="Monique van Scherpenzeel" userId="c2cc4e2a-5857-4f9e-a5be-eac8c8d58ae9" providerId="ADAL" clId="{9A19318A-10FC-4BC3-B9A1-8E9DD5CCAF95}" dt="2025-10-13T09:07:05.988" v="1" actId="313"/>
        <pc:sldMkLst>
          <pc:docMk/>
          <pc:sldMk cId="892145273" sldId="290"/>
        </pc:sldMkLst>
      </pc:sldChg>
      <pc:sldChg chg="del">
        <pc:chgData name="Monique van Scherpenzeel" userId="c2cc4e2a-5857-4f9e-a5be-eac8c8d58ae9" providerId="ADAL" clId="{9A19318A-10FC-4BC3-B9A1-8E9DD5CCAF95}" dt="2025-10-13T09:36:24.973" v="655" actId="47"/>
        <pc:sldMkLst>
          <pc:docMk/>
          <pc:sldMk cId="364302079" sldId="298"/>
        </pc:sldMkLst>
      </pc:sldChg>
      <pc:sldChg chg="modSp new mod">
        <pc:chgData name="Monique van Scherpenzeel" userId="c2cc4e2a-5857-4f9e-a5be-eac8c8d58ae9" providerId="ADAL" clId="{9A19318A-10FC-4BC3-B9A1-8E9DD5CCAF95}" dt="2025-10-13T10:16:19.425" v="1332" actId="20577"/>
        <pc:sldMkLst>
          <pc:docMk/>
          <pc:sldMk cId="2271454149" sldId="300"/>
        </pc:sldMkLst>
      </pc:sldChg>
    </pc:docChg>
  </pc:docChgLst>
  <pc:docChgLst>
    <pc:chgData name="Monique van Scherpenzeel" userId="c2cc4e2a-5857-4f9e-a5be-eac8c8d58ae9" providerId="ADAL" clId="{61A08B9A-E10C-4C17-9025-1CFD9D88F8F7}"/>
    <pc:docChg chg="undo custSel addSld delSld modSld sldOrd">
      <pc:chgData name="Monique van Scherpenzeel" userId="c2cc4e2a-5857-4f9e-a5be-eac8c8d58ae9" providerId="ADAL" clId="{61A08B9A-E10C-4C17-9025-1CFD9D88F8F7}" dt="2025-11-06T09:38:33.027" v="245" actId="47"/>
      <pc:docMkLst>
        <pc:docMk/>
      </pc:docMkLst>
      <pc:sldChg chg="modSp mod">
        <pc:chgData name="Monique van Scherpenzeel" userId="c2cc4e2a-5857-4f9e-a5be-eac8c8d58ae9" providerId="ADAL" clId="{61A08B9A-E10C-4C17-9025-1CFD9D88F8F7}" dt="2025-11-06T09:38:19.911" v="236" actId="20577"/>
        <pc:sldMkLst>
          <pc:docMk/>
          <pc:sldMk cId="1730279639" sldId="256"/>
        </pc:sldMkLst>
        <pc:spChg chg="mod">
          <ac:chgData name="Monique van Scherpenzeel" userId="c2cc4e2a-5857-4f9e-a5be-eac8c8d58ae9" providerId="ADAL" clId="{61A08B9A-E10C-4C17-9025-1CFD9D88F8F7}" dt="2025-11-06T09:38:19.911" v="236" actId="20577"/>
          <ac:spMkLst>
            <pc:docMk/>
            <pc:sldMk cId="1730279639" sldId="256"/>
            <ac:spMk id="5" creationId="{70269E31-8424-519E-A74C-0E96976EA105}"/>
          </ac:spMkLst>
        </pc:spChg>
        <pc:spChg chg="mod">
          <ac:chgData name="Monique van Scherpenzeel" userId="c2cc4e2a-5857-4f9e-a5be-eac8c8d58ae9" providerId="ADAL" clId="{61A08B9A-E10C-4C17-9025-1CFD9D88F8F7}" dt="2025-11-06T09:38:02.594" v="210" actId="20577"/>
          <ac:spMkLst>
            <pc:docMk/>
            <pc:sldMk cId="1730279639" sldId="256"/>
            <ac:spMk id="14" creationId="{E5C588CF-1BFB-0D66-F25E-177160CCAE65}"/>
          </ac:spMkLst>
        </pc:spChg>
      </pc:sldChg>
      <pc:sldChg chg="del">
        <pc:chgData name="Monique van Scherpenzeel" userId="c2cc4e2a-5857-4f9e-a5be-eac8c8d58ae9" providerId="ADAL" clId="{61A08B9A-E10C-4C17-9025-1CFD9D88F8F7}" dt="2025-11-04T10:46:26.909" v="114" actId="47"/>
        <pc:sldMkLst>
          <pc:docMk/>
          <pc:sldMk cId="430122001" sldId="259"/>
        </pc:sldMkLst>
      </pc:sldChg>
      <pc:sldChg chg="del">
        <pc:chgData name="Monique van Scherpenzeel" userId="c2cc4e2a-5857-4f9e-a5be-eac8c8d58ae9" providerId="ADAL" clId="{61A08B9A-E10C-4C17-9025-1CFD9D88F8F7}" dt="2025-11-06T09:38:28.275" v="237" actId="47"/>
        <pc:sldMkLst>
          <pc:docMk/>
          <pc:sldMk cId="954531295" sldId="286"/>
        </pc:sldMkLst>
      </pc:sldChg>
      <pc:sldChg chg="del">
        <pc:chgData name="Monique van Scherpenzeel" userId="c2cc4e2a-5857-4f9e-a5be-eac8c8d58ae9" providerId="ADAL" clId="{61A08B9A-E10C-4C17-9025-1CFD9D88F8F7}" dt="2025-11-04T10:46:26.909" v="114" actId="47"/>
        <pc:sldMkLst>
          <pc:docMk/>
          <pc:sldMk cId="296595752" sldId="287"/>
        </pc:sldMkLst>
      </pc:sldChg>
      <pc:sldChg chg="del">
        <pc:chgData name="Monique van Scherpenzeel" userId="c2cc4e2a-5857-4f9e-a5be-eac8c8d58ae9" providerId="ADAL" clId="{61A08B9A-E10C-4C17-9025-1CFD9D88F8F7}" dt="2025-11-04T10:46:26.909" v="114" actId="47"/>
        <pc:sldMkLst>
          <pc:docMk/>
          <pc:sldMk cId="2712446780" sldId="288"/>
        </pc:sldMkLst>
      </pc:sldChg>
      <pc:sldChg chg="del">
        <pc:chgData name="Monique van Scherpenzeel" userId="c2cc4e2a-5857-4f9e-a5be-eac8c8d58ae9" providerId="ADAL" clId="{61A08B9A-E10C-4C17-9025-1CFD9D88F8F7}" dt="2025-11-04T10:46:26.909" v="114" actId="47"/>
        <pc:sldMkLst>
          <pc:docMk/>
          <pc:sldMk cId="4248257250" sldId="289"/>
        </pc:sldMkLst>
      </pc:sldChg>
      <pc:sldChg chg="del">
        <pc:chgData name="Monique van Scherpenzeel" userId="c2cc4e2a-5857-4f9e-a5be-eac8c8d58ae9" providerId="ADAL" clId="{61A08B9A-E10C-4C17-9025-1CFD9D88F8F7}" dt="2025-11-04T10:42:37.049" v="72" actId="47"/>
        <pc:sldMkLst>
          <pc:docMk/>
          <pc:sldMk cId="892145273" sldId="290"/>
        </pc:sldMkLst>
      </pc:sldChg>
      <pc:sldChg chg="del">
        <pc:chgData name="Monique van Scherpenzeel" userId="c2cc4e2a-5857-4f9e-a5be-eac8c8d58ae9" providerId="ADAL" clId="{61A08B9A-E10C-4C17-9025-1CFD9D88F8F7}" dt="2025-11-04T10:46:26.909" v="114" actId="47"/>
        <pc:sldMkLst>
          <pc:docMk/>
          <pc:sldMk cId="3320952560" sldId="291"/>
        </pc:sldMkLst>
      </pc:sldChg>
      <pc:sldChg chg="del">
        <pc:chgData name="Monique van Scherpenzeel" userId="c2cc4e2a-5857-4f9e-a5be-eac8c8d58ae9" providerId="ADAL" clId="{61A08B9A-E10C-4C17-9025-1CFD9D88F8F7}" dt="2025-11-04T10:46:26.909" v="114" actId="47"/>
        <pc:sldMkLst>
          <pc:docMk/>
          <pc:sldMk cId="4240403898" sldId="292"/>
        </pc:sldMkLst>
      </pc:sldChg>
      <pc:sldChg chg="del">
        <pc:chgData name="Monique van Scherpenzeel" userId="c2cc4e2a-5857-4f9e-a5be-eac8c8d58ae9" providerId="ADAL" clId="{61A08B9A-E10C-4C17-9025-1CFD9D88F8F7}" dt="2025-11-04T10:46:26.909" v="114" actId="47"/>
        <pc:sldMkLst>
          <pc:docMk/>
          <pc:sldMk cId="3320457205" sldId="293"/>
        </pc:sldMkLst>
      </pc:sldChg>
      <pc:sldChg chg="del">
        <pc:chgData name="Monique van Scherpenzeel" userId="c2cc4e2a-5857-4f9e-a5be-eac8c8d58ae9" providerId="ADAL" clId="{61A08B9A-E10C-4C17-9025-1CFD9D88F8F7}" dt="2025-11-04T10:46:26.909" v="114" actId="47"/>
        <pc:sldMkLst>
          <pc:docMk/>
          <pc:sldMk cId="1606070536" sldId="294"/>
        </pc:sldMkLst>
      </pc:sldChg>
      <pc:sldChg chg="del">
        <pc:chgData name="Monique van Scherpenzeel" userId="c2cc4e2a-5857-4f9e-a5be-eac8c8d58ae9" providerId="ADAL" clId="{61A08B9A-E10C-4C17-9025-1CFD9D88F8F7}" dt="2025-11-04T10:46:26.909" v="114" actId="47"/>
        <pc:sldMkLst>
          <pc:docMk/>
          <pc:sldMk cId="3261510494" sldId="295"/>
        </pc:sldMkLst>
      </pc:sldChg>
      <pc:sldChg chg="del">
        <pc:chgData name="Monique van Scherpenzeel" userId="c2cc4e2a-5857-4f9e-a5be-eac8c8d58ae9" providerId="ADAL" clId="{61A08B9A-E10C-4C17-9025-1CFD9D88F8F7}" dt="2025-11-04T10:46:26.909" v="114" actId="47"/>
        <pc:sldMkLst>
          <pc:docMk/>
          <pc:sldMk cId="3493563544" sldId="299"/>
        </pc:sldMkLst>
      </pc:sldChg>
      <pc:sldChg chg="addSp delSp modSp del mod">
        <pc:chgData name="Monique van Scherpenzeel" userId="c2cc4e2a-5857-4f9e-a5be-eac8c8d58ae9" providerId="ADAL" clId="{61A08B9A-E10C-4C17-9025-1CFD9D88F8F7}" dt="2025-11-06T09:38:30.298" v="240" actId="47"/>
        <pc:sldMkLst>
          <pc:docMk/>
          <pc:sldMk cId="1473911011" sldId="301"/>
        </pc:sldMkLst>
      </pc:sldChg>
      <pc:sldChg chg="modSp del mod">
        <pc:chgData name="Monique van Scherpenzeel" userId="c2cc4e2a-5857-4f9e-a5be-eac8c8d58ae9" providerId="ADAL" clId="{61A08B9A-E10C-4C17-9025-1CFD9D88F8F7}" dt="2025-11-03T09:32:55.117" v="49" actId="47"/>
        <pc:sldMkLst>
          <pc:docMk/>
          <pc:sldMk cId="3898232066" sldId="302"/>
        </pc:sldMkLst>
      </pc:sldChg>
      <pc:sldChg chg="delSp del mod">
        <pc:chgData name="Monique van Scherpenzeel" userId="c2cc4e2a-5857-4f9e-a5be-eac8c8d58ae9" providerId="ADAL" clId="{61A08B9A-E10C-4C17-9025-1CFD9D88F8F7}" dt="2025-11-06T09:38:29.721" v="238" actId="47"/>
        <pc:sldMkLst>
          <pc:docMk/>
          <pc:sldMk cId="518912086" sldId="308"/>
        </pc:sldMkLst>
      </pc:sldChg>
      <pc:sldChg chg="delSp del mod">
        <pc:chgData name="Monique van Scherpenzeel" userId="c2cc4e2a-5857-4f9e-a5be-eac8c8d58ae9" providerId="ADAL" clId="{61A08B9A-E10C-4C17-9025-1CFD9D88F8F7}" dt="2025-11-06T09:38:29.945" v="239" actId="47"/>
        <pc:sldMkLst>
          <pc:docMk/>
          <pc:sldMk cId="1855449128" sldId="309"/>
        </pc:sldMkLst>
      </pc:sldChg>
      <pc:sldChg chg="del mod modShow">
        <pc:chgData name="Monique van Scherpenzeel" userId="c2cc4e2a-5857-4f9e-a5be-eac8c8d58ae9" providerId="ADAL" clId="{61A08B9A-E10C-4C17-9025-1CFD9D88F8F7}" dt="2025-11-04T10:42:47.623" v="73" actId="47"/>
        <pc:sldMkLst>
          <pc:docMk/>
          <pc:sldMk cId="519840597" sldId="310"/>
        </pc:sldMkLst>
      </pc:sldChg>
      <pc:sldChg chg="addSp delSp modSp new del mod">
        <pc:chgData name="Monique van Scherpenzeel" userId="c2cc4e2a-5857-4f9e-a5be-eac8c8d58ae9" providerId="ADAL" clId="{61A08B9A-E10C-4C17-9025-1CFD9D88F8F7}" dt="2025-11-04T10:46:15.872" v="113" actId="47"/>
        <pc:sldMkLst>
          <pc:docMk/>
          <pc:sldMk cId="1833675114" sldId="311"/>
        </pc:sldMkLst>
      </pc:sldChg>
      <pc:sldChg chg="addSp delSp modSp new del mod">
        <pc:chgData name="Monique van Scherpenzeel" userId="c2cc4e2a-5857-4f9e-a5be-eac8c8d58ae9" providerId="ADAL" clId="{61A08B9A-E10C-4C17-9025-1CFD9D88F8F7}" dt="2025-11-06T09:38:31.512" v="242" actId="47"/>
        <pc:sldMkLst>
          <pc:docMk/>
          <pc:sldMk cId="2659720392" sldId="312"/>
        </pc:sldMkLst>
        <pc:spChg chg="mod">
          <ac:chgData name="Monique van Scherpenzeel" userId="c2cc4e2a-5857-4f9e-a5be-eac8c8d58ae9" providerId="ADAL" clId="{61A08B9A-E10C-4C17-9025-1CFD9D88F8F7}" dt="2025-11-04T10:45:48.759" v="107" actId="20577"/>
          <ac:spMkLst>
            <pc:docMk/>
            <pc:sldMk cId="2659720392" sldId="312"/>
            <ac:spMk id="2" creationId="{DA52842C-51AB-9165-D299-B36917D458E3}"/>
          </ac:spMkLst>
        </pc:spChg>
        <pc:spChg chg="add mod">
          <ac:chgData name="Monique van Scherpenzeel" userId="c2cc4e2a-5857-4f9e-a5be-eac8c8d58ae9" providerId="ADAL" clId="{61A08B9A-E10C-4C17-9025-1CFD9D88F8F7}" dt="2025-11-04T10:46:05.195" v="112" actId="20577"/>
          <ac:spMkLst>
            <pc:docMk/>
            <pc:sldMk cId="2659720392" sldId="312"/>
            <ac:spMk id="5" creationId="{E1973F1B-F561-669E-56DB-C372739F0AEB}"/>
          </ac:spMkLst>
        </pc:spChg>
      </pc:sldChg>
      <pc:sldChg chg="addSp delSp modSp new del mod modClrScheme chgLayout">
        <pc:chgData name="Monique van Scherpenzeel" userId="c2cc4e2a-5857-4f9e-a5be-eac8c8d58ae9" providerId="ADAL" clId="{61A08B9A-E10C-4C17-9025-1CFD9D88F8F7}" dt="2025-11-04T10:44:16.603" v="92" actId="47"/>
        <pc:sldMkLst>
          <pc:docMk/>
          <pc:sldMk cId="1834588898" sldId="313"/>
        </pc:sldMkLst>
      </pc:sldChg>
      <pc:sldChg chg="addSp delSp modSp new del mod">
        <pc:chgData name="Monique van Scherpenzeel" userId="c2cc4e2a-5857-4f9e-a5be-eac8c8d58ae9" providerId="ADAL" clId="{61A08B9A-E10C-4C17-9025-1CFD9D88F8F7}" dt="2025-11-06T09:38:30.772" v="241" actId="47"/>
        <pc:sldMkLst>
          <pc:docMk/>
          <pc:sldMk cId="3932982569" sldId="314"/>
        </pc:sldMkLst>
        <pc:spChg chg="mod">
          <ac:chgData name="Monique van Scherpenzeel" userId="c2cc4e2a-5857-4f9e-a5be-eac8c8d58ae9" providerId="ADAL" clId="{61A08B9A-E10C-4C17-9025-1CFD9D88F8F7}" dt="2025-11-04T10:44:04.711" v="87" actId="20577"/>
          <ac:spMkLst>
            <pc:docMk/>
            <pc:sldMk cId="3932982569" sldId="314"/>
            <ac:spMk id="2" creationId="{8D4FD74E-D414-A8AE-E6C6-8BA4DF29EEFE}"/>
          </ac:spMkLst>
        </pc:spChg>
        <pc:spChg chg="mod">
          <ac:chgData name="Monique van Scherpenzeel" userId="c2cc4e2a-5857-4f9e-a5be-eac8c8d58ae9" providerId="ADAL" clId="{61A08B9A-E10C-4C17-9025-1CFD9D88F8F7}" dt="2025-11-04T10:44:10.916" v="91" actId="20577"/>
          <ac:spMkLst>
            <pc:docMk/>
            <pc:sldMk cId="3932982569" sldId="314"/>
            <ac:spMk id="3" creationId="{AD16C7E9-936B-E3F7-A49B-9BAEBAED010C}"/>
          </ac:spMkLst>
        </pc:spChg>
      </pc:sldChg>
      <pc:sldChg chg="modSp new del mod">
        <pc:chgData name="Monique van Scherpenzeel" userId="c2cc4e2a-5857-4f9e-a5be-eac8c8d58ae9" providerId="ADAL" clId="{61A08B9A-E10C-4C17-9025-1CFD9D88F8F7}" dt="2025-11-04T10:45:43.395" v="105" actId="47"/>
        <pc:sldMkLst>
          <pc:docMk/>
          <pc:sldMk cId="2173896057" sldId="315"/>
        </pc:sldMkLst>
      </pc:sldChg>
      <pc:sldChg chg="addSp delSp modSp new del mod">
        <pc:chgData name="Monique van Scherpenzeel" userId="c2cc4e2a-5857-4f9e-a5be-eac8c8d58ae9" providerId="ADAL" clId="{61A08B9A-E10C-4C17-9025-1CFD9D88F8F7}" dt="2025-11-06T09:38:32.447" v="244" actId="47"/>
        <pc:sldMkLst>
          <pc:docMk/>
          <pc:sldMk cId="3227610215" sldId="315"/>
        </pc:sldMkLst>
        <pc:spChg chg="mod">
          <ac:chgData name="Monique van Scherpenzeel" userId="c2cc4e2a-5857-4f9e-a5be-eac8c8d58ae9" providerId="ADAL" clId="{61A08B9A-E10C-4C17-9025-1CFD9D88F8F7}" dt="2025-11-04T11:03:28.418" v="193" actId="20577"/>
          <ac:spMkLst>
            <pc:docMk/>
            <pc:sldMk cId="3227610215" sldId="315"/>
            <ac:spMk id="2" creationId="{DF1A8A3B-F8D9-BB24-5D30-E61A4AF84824}"/>
          </ac:spMkLst>
        </pc:spChg>
        <pc:picChg chg="add mod">
          <ac:chgData name="Monique van Scherpenzeel" userId="c2cc4e2a-5857-4f9e-a5be-eac8c8d58ae9" providerId="ADAL" clId="{61A08B9A-E10C-4C17-9025-1CFD9D88F8F7}" dt="2025-11-04T10:48:22.722" v="118" actId="1076"/>
          <ac:picMkLst>
            <pc:docMk/>
            <pc:sldMk cId="3227610215" sldId="315"/>
            <ac:picMk id="5" creationId="{18CDD07E-0A41-D6FF-65D6-676080AF26B6}"/>
          </ac:picMkLst>
        </pc:picChg>
      </pc:sldChg>
      <pc:sldChg chg="addSp delSp modSp new del mod">
        <pc:chgData name="Monique van Scherpenzeel" userId="c2cc4e2a-5857-4f9e-a5be-eac8c8d58ae9" providerId="ADAL" clId="{61A08B9A-E10C-4C17-9025-1CFD9D88F8F7}" dt="2025-11-06T09:38:33.027" v="245" actId="47"/>
        <pc:sldMkLst>
          <pc:docMk/>
          <pc:sldMk cId="1666578650" sldId="316"/>
        </pc:sldMkLst>
        <pc:spChg chg="mod">
          <ac:chgData name="Monique van Scherpenzeel" userId="c2cc4e2a-5857-4f9e-a5be-eac8c8d58ae9" providerId="ADAL" clId="{61A08B9A-E10C-4C17-9025-1CFD9D88F8F7}" dt="2025-11-04T10:58:00.911" v="183" actId="26606"/>
          <ac:spMkLst>
            <pc:docMk/>
            <pc:sldMk cId="1666578650" sldId="316"/>
            <ac:spMk id="2" creationId="{641D9253-47B4-9E90-1B32-02AA4EED5557}"/>
          </ac:spMkLst>
        </pc:spChg>
        <pc:spChg chg="mod">
          <ac:chgData name="Monique van Scherpenzeel" userId="c2cc4e2a-5857-4f9e-a5be-eac8c8d58ae9" providerId="ADAL" clId="{61A08B9A-E10C-4C17-9025-1CFD9D88F8F7}" dt="2025-11-04T10:58:00.911" v="183" actId="26606"/>
          <ac:spMkLst>
            <pc:docMk/>
            <pc:sldMk cId="1666578650" sldId="316"/>
            <ac:spMk id="4" creationId="{428FF7C6-6C34-0833-8CB3-80C6DB1D0D96}"/>
          </ac:spMkLst>
        </pc:spChg>
        <pc:picChg chg="add mod">
          <ac:chgData name="Monique van Scherpenzeel" userId="c2cc4e2a-5857-4f9e-a5be-eac8c8d58ae9" providerId="ADAL" clId="{61A08B9A-E10C-4C17-9025-1CFD9D88F8F7}" dt="2025-11-04T10:58:00.911" v="183" actId="26606"/>
          <ac:picMkLst>
            <pc:docMk/>
            <pc:sldMk cId="1666578650" sldId="316"/>
            <ac:picMk id="6" creationId="{9FFF4FFB-EA5C-520D-49C2-8470133D188C}"/>
          </ac:picMkLst>
        </pc:picChg>
      </pc:sldChg>
      <pc:sldChg chg="addSp delSp modSp new del mod ord">
        <pc:chgData name="Monique van Scherpenzeel" userId="c2cc4e2a-5857-4f9e-a5be-eac8c8d58ae9" providerId="ADAL" clId="{61A08B9A-E10C-4C17-9025-1CFD9D88F8F7}" dt="2025-11-06T09:38:32.029" v="243" actId="47"/>
        <pc:sldMkLst>
          <pc:docMk/>
          <pc:sldMk cId="915679357" sldId="317"/>
        </pc:sldMkLst>
        <pc:spChg chg="mod">
          <ac:chgData name="Monique van Scherpenzeel" userId="c2cc4e2a-5857-4f9e-a5be-eac8c8d58ae9" providerId="ADAL" clId="{61A08B9A-E10C-4C17-9025-1CFD9D88F8F7}" dt="2025-11-04T11:03:24.175" v="191" actId="20577"/>
          <ac:spMkLst>
            <pc:docMk/>
            <pc:sldMk cId="915679357" sldId="317"/>
            <ac:spMk id="2" creationId="{E86ADC4C-E32D-2ACC-6FBC-0112C3245B35}"/>
          </ac:spMkLst>
        </pc:spChg>
        <pc:picChg chg="add mod">
          <ac:chgData name="Monique van Scherpenzeel" userId="c2cc4e2a-5857-4f9e-a5be-eac8c8d58ae9" providerId="ADAL" clId="{61A08B9A-E10C-4C17-9025-1CFD9D88F8F7}" dt="2025-11-04T11:03:34.688" v="195" actId="1076"/>
          <ac:picMkLst>
            <pc:docMk/>
            <pc:sldMk cId="915679357" sldId="317"/>
            <ac:picMk id="6" creationId="{0E82C3F9-47E9-3D6F-8A94-26F8DCB2F8B0}"/>
          </ac:picMkLst>
        </pc:picChg>
      </pc:sldChg>
    </pc:docChg>
  </pc:docChgLst>
  <pc:docChgLst>
    <pc:chgData name="Monique van Scherpenzeel" userId="c2cc4e2a-5857-4f9e-a5be-eac8c8d58ae9" providerId="ADAL" clId="{66F4EFDA-DA61-458D-A43B-DEC1DB10327A}"/>
    <pc:docChg chg="custSel addSld delSld modSld">
      <pc:chgData name="Monique van Scherpenzeel" userId="c2cc4e2a-5857-4f9e-a5be-eac8c8d58ae9" providerId="ADAL" clId="{66F4EFDA-DA61-458D-A43B-DEC1DB10327A}" dt="2025-09-19T09:19:37.787" v="350" actId="20577"/>
      <pc:docMkLst>
        <pc:docMk/>
      </pc:docMkLst>
      <pc:sldChg chg="modSp mod">
        <pc:chgData name="Monique van Scherpenzeel" userId="c2cc4e2a-5857-4f9e-a5be-eac8c8d58ae9" providerId="ADAL" clId="{66F4EFDA-DA61-458D-A43B-DEC1DB10327A}" dt="2025-09-19T08:53:11.351" v="0" actId="6549"/>
        <pc:sldMkLst>
          <pc:docMk/>
          <pc:sldMk cId="1730279639" sldId="256"/>
        </pc:sldMkLst>
      </pc:sldChg>
      <pc:sldChg chg="modSp mod">
        <pc:chgData name="Monique van Scherpenzeel" userId="c2cc4e2a-5857-4f9e-a5be-eac8c8d58ae9" providerId="ADAL" clId="{66F4EFDA-DA61-458D-A43B-DEC1DB10327A}" dt="2025-09-19T09:03:40.599" v="202" actId="20577"/>
        <pc:sldMkLst>
          <pc:docMk/>
          <pc:sldMk cId="296595752" sldId="287"/>
        </pc:sldMkLst>
      </pc:sldChg>
      <pc:sldChg chg="modSp mod">
        <pc:chgData name="Monique van Scherpenzeel" userId="c2cc4e2a-5857-4f9e-a5be-eac8c8d58ae9" providerId="ADAL" clId="{66F4EFDA-DA61-458D-A43B-DEC1DB10327A}" dt="2025-09-19T09:03:53.944" v="217" actId="20577"/>
        <pc:sldMkLst>
          <pc:docMk/>
          <pc:sldMk cId="2712446780" sldId="288"/>
        </pc:sldMkLst>
      </pc:sldChg>
      <pc:sldChg chg="modSp mod">
        <pc:chgData name="Monique van Scherpenzeel" userId="c2cc4e2a-5857-4f9e-a5be-eac8c8d58ae9" providerId="ADAL" clId="{66F4EFDA-DA61-458D-A43B-DEC1DB10327A}" dt="2025-09-19T09:04:07.607" v="237" actId="20577"/>
        <pc:sldMkLst>
          <pc:docMk/>
          <pc:sldMk cId="4248257250" sldId="289"/>
        </pc:sldMkLst>
      </pc:sldChg>
      <pc:sldChg chg="modSp mod">
        <pc:chgData name="Monique van Scherpenzeel" userId="c2cc4e2a-5857-4f9e-a5be-eac8c8d58ae9" providerId="ADAL" clId="{66F4EFDA-DA61-458D-A43B-DEC1DB10327A}" dt="2025-09-19T08:53:17.955" v="2" actId="20577"/>
        <pc:sldMkLst>
          <pc:docMk/>
          <pc:sldMk cId="892145273" sldId="290"/>
        </pc:sldMkLst>
      </pc:sldChg>
      <pc:sldChg chg="modSp mod">
        <pc:chgData name="Monique van Scherpenzeel" userId="c2cc4e2a-5857-4f9e-a5be-eac8c8d58ae9" providerId="ADAL" clId="{66F4EFDA-DA61-458D-A43B-DEC1DB10327A}" dt="2025-09-19T09:04:18.636" v="251" actId="20577"/>
        <pc:sldMkLst>
          <pc:docMk/>
          <pc:sldMk cId="3320952560" sldId="291"/>
        </pc:sldMkLst>
      </pc:sldChg>
      <pc:sldChg chg="modSp mod">
        <pc:chgData name="Monique van Scherpenzeel" userId="c2cc4e2a-5857-4f9e-a5be-eac8c8d58ae9" providerId="ADAL" clId="{66F4EFDA-DA61-458D-A43B-DEC1DB10327A}" dt="2025-09-19T09:04:36.067" v="268" actId="20577"/>
        <pc:sldMkLst>
          <pc:docMk/>
          <pc:sldMk cId="4240403898" sldId="292"/>
        </pc:sldMkLst>
      </pc:sldChg>
      <pc:sldChg chg="modSp mod">
        <pc:chgData name="Monique van Scherpenzeel" userId="c2cc4e2a-5857-4f9e-a5be-eac8c8d58ae9" providerId="ADAL" clId="{66F4EFDA-DA61-458D-A43B-DEC1DB10327A}" dt="2025-09-19T09:18:57.918" v="290" actId="20577"/>
        <pc:sldMkLst>
          <pc:docMk/>
          <pc:sldMk cId="3320457205" sldId="293"/>
        </pc:sldMkLst>
      </pc:sldChg>
      <pc:sldChg chg="modSp mod">
        <pc:chgData name="Monique van Scherpenzeel" userId="c2cc4e2a-5857-4f9e-a5be-eac8c8d58ae9" providerId="ADAL" clId="{66F4EFDA-DA61-458D-A43B-DEC1DB10327A}" dt="2025-09-19T08:54:52.194" v="50" actId="20577"/>
        <pc:sldMkLst>
          <pc:docMk/>
          <pc:sldMk cId="3261510494" sldId="295"/>
        </pc:sldMkLst>
      </pc:sldChg>
      <pc:sldChg chg="delSp modSp mod">
        <pc:chgData name="Monique van Scherpenzeel" userId="c2cc4e2a-5857-4f9e-a5be-eac8c8d58ae9" providerId="ADAL" clId="{66F4EFDA-DA61-458D-A43B-DEC1DB10327A}" dt="2025-09-19T09:01:44.979" v="174" actId="255"/>
        <pc:sldMkLst>
          <pc:docMk/>
          <pc:sldMk cId="1389673490" sldId="296"/>
        </pc:sldMkLst>
      </pc:sldChg>
      <pc:sldChg chg="delSp modSp new mod">
        <pc:chgData name="Monique van Scherpenzeel" userId="c2cc4e2a-5857-4f9e-a5be-eac8c8d58ae9" providerId="ADAL" clId="{66F4EFDA-DA61-458D-A43B-DEC1DB10327A}" dt="2025-09-19T09:00:46.907" v="138" actId="5793"/>
        <pc:sldMkLst>
          <pc:docMk/>
          <pc:sldMk cId="434597915" sldId="297"/>
        </pc:sldMkLst>
      </pc:sldChg>
      <pc:sldChg chg="modSp add mod">
        <pc:chgData name="Monique van Scherpenzeel" userId="c2cc4e2a-5857-4f9e-a5be-eac8c8d58ae9" providerId="ADAL" clId="{66F4EFDA-DA61-458D-A43B-DEC1DB10327A}" dt="2025-09-19T09:03:24.699" v="189" actId="20577"/>
        <pc:sldMkLst>
          <pc:docMk/>
          <pc:sldMk cId="364302079" sldId="298"/>
        </pc:sldMkLst>
      </pc:sldChg>
      <pc:sldChg chg="new del">
        <pc:chgData name="Monique van Scherpenzeel" userId="c2cc4e2a-5857-4f9e-a5be-eac8c8d58ae9" providerId="ADAL" clId="{66F4EFDA-DA61-458D-A43B-DEC1DB10327A}" dt="2025-09-19T09:19:09.304" v="292" actId="47"/>
        <pc:sldMkLst>
          <pc:docMk/>
          <pc:sldMk cId="310683205" sldId="299"/>
        </pc:sldMkLst>
      </pc:sldChg>
      <pc:sldChg chg="modSp new mod">
        <pc:chgData name="Monique van Scherpenzeel" userId="c2cc4e2a-5857-4f9e-a5be-eac8c8d58ae9" providerId="ADAL" clId="{66F4EFDA-DA61-458D-A43B-DEC1DB10327A}" dt="2025-09-19T09:19:37.787" v="350" actId="20577"/>
        <pc:sldMkLst>
          <pc:docMk/>
          <pc:sldMk cId="3493563544" sldId="29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50475" cy="498773"/>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56737" y="0"/>
            <a:ext cx="2950475" cy="498773"/>
          </a:xfrm>
          <a:prstGeom prst="rect">
            <a:avLst/>
          </a:prstGeom>
        </p:spPr>
        <p:txBody>
          <a:bodyPr vert="horz" lIns="91440" tIns="45720" rIns="91440" bIns="45720" rtlCol="0"/>
          <a:lstStyle>
            <a:lvl1pPr algn="r">
              <a:defRPr sz="1200"/>
            </a:lvl1pPr>
          </a:lstStyle>
          <a:p>
            <a:fld id="{F6BA0BEC-D659-49A0-BDC1-7AED8DDA2204}" type="datetimeFigureOut">
              <a:rPr lang="nl-NL" smtClean="0"/>
              <a:t>6-11-2025</a:t>
            </a:fld>
            <a:endParaRPr lang="nl-NL"/>
          </a:p>
        </p:txBody>
      </p:sp>
      <p:sp>
        <p:nvSpPr>
          <p:cNvPr id="4" name="Tijdelijke aanduiding voor dia-afbeelding 3"/>
          <p:cNvSpPr>
            <a:spLocks noGrp="1" noRot="1" noChangeAspect="1"/>
          </p:cNvSpPr>
          <p:nvPr>
            <p:ph type="sldImg" idx="2"/>
          </p:nvPr>
        </p:nvSpPr>
        <p:spPr>
          <a:xfrm>
            <a:off x="423863" y="1243013"/>
            <a:ext cx="5961062" cy="3354387"/>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0879" y="4784070"/>
            <a:ext cx="5447030" cy="3914239"/>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9442154"/>
            <a:ext cx="2950475" cy="498772"/>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56737" y="9442154"/>
            <a:ext cx="2950475" cy="498772"/>
          </a:xfrm>
          <a:prstGeom prst="rect">
            <a:avLst/>
          </a:prstGeom>
        </p:spPr>
        <p:txBody>
          <a:bodyPr vert="horz" lIns="91440" tIns="45720" rIns="91440" bIns="45720" rtlCol="0" anchor="b"/>
          <a:lstStyle>
            <a:lvl1pPr algn="r">
              <a:defRPr sz="1200"/>
            </a:lvl1pPr>
          </a:lstStyle>
          <a:p>
            <a:fld id="{C250CE13-1BEF-4160-AAFC-1156D47D2D20}" type="slidenum">
              <a:rPr lang="nl-NL" smtClean="0"/>
              <a:t>‹nr.›</a:t>
            </a:fld>
            <a:endParaRPr lang="nl-NL"/>
          </a:p>
        </p:txBody>
      </p:sp>
    </p:spTree>
    <p:extLst>
      <p:ext uri="{BB962C8B-B14F-4D97-AF65-F5344CB8AC3E}">
        <p14:creationId xmlns:p14="http://schemas.microsoft.com/office/powerpoint/2010/main" val="2341880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hyperlink" Target="https://www.geonovum.n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dia foto standaar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9" name="Gelijkbenige driehoek 8">
            <a:extLst>
              <a:ext uri="{FF2B5EF4-FFF2-40B4-BE49-F238E27FC236}">
                <a16:creationId xmlns:a16="http://schemas.microsoft.com/office/drawing/2014/main" id="{FBED7AAB-CDAA-72E0-3A43-540D621F3688}"/>
              </a:ext>
            </a:extLst>
          </p:cNvPr>
          <p:cNvSpPr/>
          <p:nvPr userDrawn="1"/>
        </p:nvSpPr>
        <p:spPr>
          <a:xfrm>
            <a:off x="1753986" y="4031673"/>
            <a:ext cx="5505341" cy="2826326"/>
          </a:xfrm>
          <a:prstGeom prst="triangle">
            <a:avLst/>
          </a:prstGeom>
          <a:solidFill>
            <a:schemeClr val="accent3">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 name="Vrije vorm: vorm 6">
            <a:extLst>
              <a:ext uri="{FF2B5EF4-FFF2-40B4-BE49-F238E27FC236}">
                <a16:creationId xmlns:a16="http://schemas.microsoft.com/office/drawing/2014/main" id="{91BD37D6-B25E-967C-E52E-4F310795267C}"/>
              </a:ext>
              <a:ext uri="{C183D7F6-B498-43B3-948B-1728B52AA6E4}">
                <adec:decorative xmlns:adec="http://schemas.microsoft.com/office/drawing/2017/decorative" val="1"/>
              </a:ext>
            </a:extLst>
          </p:cNvPr>
          <p:cNvSpPr/>
          <p:nvPr userDrawn="1"/>
        </p:nvSpPr>
        <p:spPr>
          <a:xfrm>
            <a:off x="0" y="0"/>
            <a:ext cx="5838825" cy="5842635"/>
          </a:xfrm>
          <a:custGeom>
            <a:avLst/>
            <a:gdLst>
              <a:gd name="connsiteX0" fmla="*/ 5841340 w 5841339"/>
              <a:gd name="connsiteY0" fmla="*/ 0 h 5841720"/>
              <a:gd name="connsiteX1" fmla="*/ 3301403 w 5841339"/>
              <a:gd name="connsiteY1" fmla="*/ 0 h 5841720"/>
              <a:gd name="connsiteX2" fmla="*/ 1655826 w 5841339"/>
              <a:gd name="connsiteY2" fmla="*/ 1645666 h 5841720"/>
              <a:gd name="connsiteX3" fmla="*/ 10268 w 5841339"/>
              <a:gd name="connsiteY3" fmla="*/ 0 h 5841720"/>
              <a:gd name="connsiteX4" fmla="*/ 0 w 5841339"/>
              <a:gd name="connsiteY4" fmla="*/ 0 h 5841720"/>
              <a:gd name="connsiteX5" fmla="*/ 0 w 5841339"/>
              <a:gd name="connsiteY5" fmla="*/ 5841721 h 5841720"/>
              <a:gd name="connsiteX6" fmla="*/ 5841340 w 5841339"/>
              <a:gd name="connsiteY6" fmla="*/ 0 h 5841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41339" h="5841720">
                <a:moveTo>
                  <a:pt x="5841340" y="0"/>
                </a:moveTo>
                <a:lnTo>
                  <a:pt x="3301403" y="0"/>
                </a:lnTo>
                <a:lnTo>
                  <a:pt x="1655826" y="1645666"/>
                </a:lnTo>
                <a:lnTo>
                  <a:pt x="10268" y="0"/>
                </a:lnTo>
                <a:lnTo>
                  <a:pt x="0" y="0"/>
                </a:lnTo>
                <a:lnTo>
                  <a:pt x="0" y="5841721"/>
                </a:lnTo>
                <a:lnTo>
                  <a:pt x="5841340" y="0"/>
                </a:lnTo>
                <a:close/>
              </a:path>
            </a:pathLst>
          </a:custGeom>
          <a:solidFill>
            <a:srgbClr val="0085C6">
              <a:alpha val="74902"/>
            </a:srgbClr>
          </a:solidFill>
          <a:ln w="1269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nl-NL"/>
          </a:p>
        </p:txBody>
      </p:sp>
      <p:pic>
        <p:nvPicPr>
          <p:cNvPr id="11" name="ArtworkLogo">
            <a:extLst>
              <a:ext uri="{FF2B5EF4-FFF2-40B4-BE49-F238E27FC236}">
                <a16:creationId xmlns:a16="http://schemas.microsoft.com/office/drawing/2014/main" id="{38D7E1FD-7211-CAFB-5BBB-84396CB6CA3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75617" y="5109583"/>
            <a:ext cx="2324793" cy="1185262"/>
          </a:xfrm>
          <a:prstGeom prst="rect">
            <a:avLst/>
          </a:prstGeom>
        </p:spPr>
      </p:pic>
      <p:sp>
        <p:nvSpPr>
          <p:cNvPr id="17" name="Tijdelijke aanduiding voor voettekst 16">
            <a:extLst>
              <a:ext uri="{FF2B5EF4-FFF2-40B4-BE49-F238E27FC236}">
                <a16:creationId xmlns:a16="http://schemas.microsoft.com/office/drawing/2014/main" id="{8646DEB4-B83C-06CE-1799-0319DAC6E1F8}"/>
              </a:ext>
            </a:extLst>
          </p:cNvPr>
          <p:cNvSpPr>
            <a:spLocks noGrp="1"/>
          </p:cNvSpPr>
          <p:nvPr>
            <p:ph type="ftr" sz="quarter" idx="23"/>
          </p:nvPr>
        </p:nvSpPr>
        <p:spPr>
          <a:xfrm>
            <a:off x="2411186" y="6858000"/>
            <a:ext cx="8588828" cy="365125"/>
          </a:xfrm>
        </p:spPr>
        <p:txBody>
          <a:bodyPr/>
          <a:lstStyle/>
          <a:p>
            <a:endParaRPr lang="nl-NL"/>
          </a:p>
        </p:txBody>
      </p:sp>
      <p:sp>
        <p:nvSpPr>
          <p:cNvPr id="18" name="Tijdelijke aanduiding voor dianummer 17">
            <a:extLst>
              <a:ext uri="{FF2B5EF4-FFF2-40B4-BE49-F238E27FC236}">
                <a16:creationId xmlns:a16="http://schemas.microsoft.com/office/drawing/2014/main" id="{D343DFAA-0AA6-804A-1BC4-D7EE73A5FFD4}"/>
              </a:ext>
            </a:extLst>
          </p:cNvPr>
          <p:cNvSpPr>
            <a:spLocks noGrp="1"/>
          </p:cNvSpPr>
          <p:nvPr>
            <p:ph type="sldNum" sz="quarter" idx="24"/>
          </p:nvPr>
        </p:nvSpPr>
        <p:spPr>
          <a:xfrm>
            <a:off x="11119757" y="6858000"/>
            <a:ext cx="768135" cy="365125"/>
          </a:xfrm>
        </p:spPr>
        <p:txBody>
          <a:bodyPr/>
          <a:lstStyle/>
          <a:p>
            <a:fld id="{A648B885-FF76-47CB-8BBD-27E7EBF07CA9}" type="slidenum">
              <a:rPr lang="nl-NL" smtClean="0"/>
              <a:pPr/>
              <a:t>‹nr.›</a:t>
            </a:fld>
            <a:endParaRPr lang="nl-NL"/>
          </a:p>
        </p:txBody>
      </p:sp>
      <p:sp>
        <p:nvSpPr>
          <p:cNvPr id="19" name="Titel 1">
            <a:extLst>
              <a:ext uri="{FF2B5EF4-FFF2-40B4-BE49-F238E27FC236}">
                <a16:creationId xmlns:a16="http://schemas.microsoft.com/office/drawing/2014/main" id="{586F5B8F-BAB6-359A-977A-F4B21FD04BBC}"/>
              </a:ext>
            </a:extLst>
          </p:cNvPr>
          <p:cNvSpPr>
            <a:spLocks noGrp="1"/>
          </p:cNvSpPr>
          <p:nvPr>
            <p:ph type="ctrTitle"/>
          </p:nvPr>
        </p:nvSpPr>
        <p:spPr>
          <a:xfrm>
            <a:off x="5877012" y="423332"/>
            <a:ext cx="5976321" cy="2002965"/>
          </a:xfrm>
        </p:spPr>
        <p:txBody>
          <a:bodyPr anchor="b">
            <a:normAutofit/>
          </a:bodyPr>
          <a:lstStyle>
            <a:lvl1pPr algn="l">
              <a:defRPr sz="4800">
                <a:solidFill>
                  <a:schemeClr val="tx2"/>
                </a:solidFill>
                <a:effectLst/>
              </a:defRPr>
            </a:lvl1pPr>
          </a:lstStyle>
          <a:p>
            <a:r>
              <a:rPr lang="nl-NL"/>
              <a:t>Klik om stijl te bewerken</a:t>
            </a:r>
          </a:p>
        </p:txBody>
      </p:sp>
      <p:sp>
        <p:nvSpPr>
          <p:cNvPr id="20" name="Ondertitel 2">
            <a:extLst>
              <a:ext uri="{FF2B5EF4-FFF2-40B4-BE49-F238E27FC236}">
                <a16:creationId xmlns:a16="http://schemas.microsoft.com/office/drawing/2014/main" id="{8ADB84C1-0763-C4DB-A204-EC688351EC3B}"/>
              </a:ext>
            </a:extLst>
          </p:cNvPr>
          <p:cNvSpPr>
            <a:spLocks noGrp="1"/>
          </p:cNvSpPr>
          <p:nvPr>
            <p:ph type="subTitle" idx="1"/>
          </p:nvPr>
        </p:nvSpPr>
        <p:spPr>
          <a:xfrm>
            <a:off x="5877013" y="2518373"/>
            <a:ext cx="4826924" cy="1122074"/>
          </a:xfrm>
        </p:spPr>
        <p:txBody>
          <a:bodyPr/>
          <a:lstStyle>
            <a:lvl1pPr marL="0" indent="0" algn="l">
              <a:buNone/>
              <a:defRPr sz="2400">
                <a:solidFill>
                  <a:schemeClr val="tx2"/>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graphicFrame>
        <p:nvGraphicFramePr>
          <p:cNvPr id="21" name="Tabel 20">
            <a:extLst>
              <a:ext uri="{FF2B5EF4-FFF2-40B4-BE49-F238E27FC236}">
                <a16:creationId xmlns:a16="http://schemas.microsoft.com/office/drawing/2014/main" id="{CFD40A2F-D0A7-4CCB-E288-FB61135DB7CF}"/>
              </a:ext>
            </a:extLst>
          </p:cNvPr>
          <p:cNvGraphicFramePr>
            <a:graphicFrameLocks noGrp="1"/>
          </p:cNvGraphicFramePr>
          <p:nvPr userDrawn="1">
            <p:extLst>
              <p:ext uri="{D42A27DB-BD31-4B8C-83A1-F6EECF244321}">
                <p14:modId xmlns:p14="http://schemas.microsoft.com/office/powerpoint/2010/main" val="4543509"/>
              </p:ext>
            </p:extLst>
          </p:nvPr>
        </p:nvGraphicFramePr>
        <p:xfrm>
          <a:off x="5972723" y="3827205"/>
          <a:ext cx="647602" cy="847164"/>
        </p:xfrm>
        <a:graphic>
          <a:graphicData uri="http://schemas.openxmlformats.org/drawingml/2006/table">
            <a:tbl>
              <a:tblPr>
                <a:tableStyleId>{5C22544A-7EE6-4342-B048-85BDC9FD1C3A}</a:tableStyleId>
              </a:tblPr>
              <a:tblGrid>
                <a:gridCol w="647602">
                  <a:extLst>
                    <a:ext uri="{9D8B030D-6E8A-4147-A177-3AD203B41FA5}">
                      <a16:colId xmlns:a16="http://schemas.microsoft.com/office/drawing/2014/main" val="1466305088"/>
                    </a:ext>
                  </a:extLst>
                </a:gridCol>
              </a:tblGrid>
              <a:tr h="282388">
                <a:tc>
                  <a:txBody>
                    <a:bodyPr/>
                    <a:lstStyle/>
                    <a:p>
                      <a:pPr algn="l"/>
                      <a:r>
                        <a:rPr lang="nl-NL" sz="1400" b="1">
                          <a:solidFill>
                            <a:schemeClr val="tx2"/>
                          </a:solidFill>
                          <a:effectLst/>
                          <a:latin typeface="+mj-lt"/>
                          <a:cs typeface="Segoe UI Semibold" panose="020B0702040204020203" pitchFamily="34" charset="0"/>
                        </a:rPr>
                        <a:t>Auteur</a:t>
                      </a:r>
                      <a:endParaRPr lang="nl-NL" sz="1400" b="1">
                        <a:solidFill>
                          <a:schemeClr val="tx2"/>
                        </a:solidFill>
                        <a:effectLst/>
                        <a:latin typeface="+mj-lt"/>
                        <a:ea typeface="Calibri" panose="020F0502020204030204" pitchFamily="34" charset="0"/>
                        <a:cs typeface="Segoe UI Semibold" panose="020B0702040204020203" pitchFamily="34" charset="0"/>
                      </a:endParaRPr>
                    </a:p>
                  </a:txBody>
                  <a:tcPr marL="0" marR="36000" marT="0" marB="3600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068165"/>
                  </a:ext>
                </a:extLst>
              </a:tr>
              <a:tr h="282388">
                <a:tc>
                  <a:txBody>
                    <a:bodyPr/>
                    <a:lstStyle/>
                    <a:p>
                      <a:pPr algn="l"/>
                      <a:r>
                        <a:rPr lang="nl-NL" sz="1400" b="1">
                          <a:solidFill>
                            <a:schemeClr val="tx2"/>
                          </a:solidFill>
                          <a:effectLst/>
                          <a:latin typeface="+mj-lt"/>
                          <a:cs typeface="Segoe UI Semibold" panose="020B0702040204020203" pitchFamily="34" charset="0"/>
                        </a:rPr>
                        <a:t>Datum</a:t>
                      </a:r>
                      <a:endParaRPr lang="nl-NL" sz="1400" b="1">
                        <a:solidFill>
                          <a:schemeClr val="tx2"/>
                        </a:solidFill>
                        <a:effectLst/>
                        <a:latin typeface="+mj-lt"/>
                        <a:ea typeface="Calibri" panose="020F0502020204030204" pitchFamily="34" charset="0"/>
                        <a:cs typeface="Segoe UI Semibold" panose="020B0702040204020203" pitchFamily="34" charset="0"/>
                      </a:endParaRPr>
                    </a:p>
                  </a:txBody>
                  <a:tcPr marL="0" marR="36000" marT="0" marB="3600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03549219"/>
                  </a:ext>
                </a:extLst>
              </a:tr>
              <a:tr h="282388">
                <a:tc>
                  <a:txBody>
                    <a:bodyPr/>
                    <a:lstStyle/>
                    <a:p>
                      <a:pPr algn="l"/>
                      <a:r>
                        <a:rPr lang="nl-NL" sz="1400" b="1">
                          <a:solidFill>
                            <a:schemeClr val="tx2"/>
                          </a:solidFill>
                          <a:effectLst/>
                          <a:latin typeface="+mj-lt"/>
                          <a:cs typeface="Segoe UI Semibold" panose="020B0702040204020203" pitchFamily="34" charset="0"/>
                        </a:rPr>
                        <a:t>Status</a:t>
                      </a:r>
                      <a:endParaRPr lang="nl-NL" sz="1400" b="1">
                        <a:solidFill>
                          <a:schemeClr val="tx2"/>
                        </a:solidFill>
                        <a:effectLst/>
                        <a:latin typeface="+mj-lt"/>
                        <a:ea typeface="Calibri" panose="020F0502020204030204" pitchFamily="34" charset="0"/>
                        <a:cs typeface="Segoe UI Semibold" panose="020B0702040204020203" pitchFamily="34" charset="0"/>
                      </a:endParaRPr>
                    </a:p>
                  </a:txBody>
                  <a:tcPr marL="0" marR="36000" marT="0" marB="3600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70756723"/>
                  </a:ext>
                </a:extLst>
              </a:tr>
            </a:tbl>
          </a:graphicData>
        </a:graphic>
      </p:graphicFrame>
      <p:sp>
        <p:nvSpPr>
          <p:cNvPr id="22" name="Tijdelijke aanduiding voor tekst 6">
            <a:extLst>
              <a:ext uri="{FF2B5EF4-FFF2-40B4-BE49-F238E27FC236}">
                <a16:creationId xmlns:a16="http://schemas.microsoft.com/office/drawing/2014/main" id="{A98703A2-59B0-B71A-8C7B-748F07318C36}"/>
              </a:ext>
            </a:extLst>
          </p:cNvPr>
          <p:cNvSpPr>
            <a:spLocks noGrp="1"/>
          </p:cNvSpPr>
          <p:nvPr>
            <p:ph type="body" sz="quarter" idx="21" hasCustomPrompt="1"/>
          </p:nvPr>
        </p:nvSpPr>
        <p:spPr>
          <a:xfrm>
            <a:off x="6602096" y="3832745"/>
            <a:ext cx="2653506" cy="216000"/>
          </a:xfrm>
        </p:spPr>
        <p:txBody>
          <a:bodyPr anchor="ctr">
            <a:noAutofit/>
          </a:bodyPr>
          <a:lstStyle>
            <a:lvl1pPr marL="0" indent="0">
              <a:buNone/>
              <a:defRPr sz="1400">
                <a:solidFill>
                  <a:schemeClr val="tx2"/>
                </a:solidFill>
                <a:effectLst/>
                <a:latin typeface="+mj-lt"/>
              </a:defRPr>
            </a:lvl1pPr>
          </a:lstStyle>
          <a:p>
            <a:pPr lvl="0"/>
            <a:r>
              <a:rPr lang="nl-NL"/>
              <a:t>[Auteur]</a:t>
            </a:r>
          </a:p>
        </p:txBody>
      </p:sp>
      <p:sp>
        <p:nvSpPr>
          <p:cNvPr id="23" name="Tijdelijke aanduiding voor datum 15">
            <a:extLst>
              <a:ext uri="{FF2B5EF4-FFF2-40B4-BE49-F238E27FC236}">
                <a16:creationId xmlns:a16="http://schemas.microsoft.com/office/drawing/2014/main" id="{FDD0EF63-8153-77B2-C6BB-6D0CD7E89163}"/>
              </a:ext>
            </a:extLst>
          </p:cNvPr>
          <p:cNvSpPr>
            <a:spLocks noGrp="1"/>
          </p:cNvSpPr>
          <p:nvPr>
            <p:ph type="dt" sz="half" idx="22"/>
          </p:nvPr>
        </p:nvSpPr>
        <p:spPr>
          <a:xfrm>
            <a:off x="6602096" y="4105752"/>
            <a:ext cx="2653506" cy="216000"/>
          </a:xfrm>
        </p:spPr>
        <p:txBody>
          <a:bodyPr/>
          <a:lstStyle>
            <a:lvl1pPr>
              <a:defRPr lang="nl-NL" sz="1400" b="0" kern="1200" smtClean="0">
                <a:solidFill>
                  <a:schemeClr val="tx2"/>
                </a:solidFill>
                <a:effectLst/>
                <a:latin typeface="+mj-lt"/>
                <a:ea typeface="+mn-ea"/>
                <a:cs typeface="+mn-cs"/>
              </a:defRPr>
            </a:lvl1pPr>
          </a:lstStyle>
          <a:p>
            <a:fld id="{A2D4CE28-2779-4906-957D-A173F7999FCA}" type="datetime1">
              <a:rPr lang="nl-NL" smtClean="0"/>
              <a:pPr/>
              <a:t>6-11-2025</a:t>
            </a:fld>
            <a:endParaRPr lang="nl-NL"/>
          </a:p>
        </p:txBody>
      </p:sp>
      <p:sp>
        <p:nvSpPr>
          <p:cNvPr id="24" name="Tijdelijke aanduiding voor tekst 6">
            <a:extLst>
              <a:ext uri="{FF2B5EF4-FFF2-40B4-BE49-F238E27FC236}">
                <a16:creationId xmlns:a16="http://schemas.microsoft.com/office/drawing/2014/main" id="{662ED5E9-8B1A-4354-7259-BBB669BB9B92}"/>
              </a:ext>
            </a:extLst>
          </p:cNvPr>
          <p:cNvSpPr>
            <a:spLocks noGrp="1"/>
          </p:cNvSpPr>
          <p:nvPr>
            <p:ph type="body" sz="quarter" idx="25" hasCustomPrompt="1"/>
          </p:nvPr>
        </p:nvSpPr>
        <p:spPr>
          <a:xfrm>
            <a:off x="6602096" y="4408262"/>
            <a:ext cx="2653506" cy="216000"/>
          </a:xfrm>
        </p:spPr>
        <p:txBody>
          <a:bodyPr anchor="ctr">
            <a:noAutofit/>
          </a:bodyPr>
          <a:lstStyle>
            <a:lvl1pPr marL="0" indent="0">
              <a:buNone/>
              <a:defRPr sz="1400">
                <a:solidFill>
                  <a:schemeClr val="tx2"/>
                </a:solidFill>
                <a:effectLst/>
                <a:latin typeface="+mj-lt"/>
              </a:defRPr>
            </a:lvl1pPr>
          </a:lstStyle>
          <a:p>
            <a:pPr lvl="0"/>
            <a:r>
              <a:rPr lang="nl-NL"/>
              <a:t>[Openbaar]</a:t>
            </a:r>
          </a:p>
        </p:txBody>
      </p:sp>
    </p:spTree>
    <p:extLst>
      <p:ext uri="{BB962C8B-B14F-4D97-AF65-F5344CB8AC3E}">
        <p14:creationId xmlns:p14="http://schemas.microsoft.com/office/powerpoint/2010/main" val="2939804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6A9BEB-31D7-5990-1454-20C0B1CCBFA0}"/>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53757902-BA75-F83A-A9CD-4A250799210E}"/>
              </a:ext>
            </a:extLst>
          </p:cNvPr>
          <p:cNvSpPr>
            <a:spLocks noGrp="1"/>
          </p:cNvSpPr>
          <p:nvPr>
            <p:ph idx="1"/>
          </p:nvPr>
        </p:nvSpPr>
        <p:spPr/>
        <p:txBody>
          <a:bodyPr/>
          <a:lstStyle>
            <a:lvl1pPr marL="457200" indent="-457200">
              <a:buFont typeface="Wingdings" panose="05000000000000000000" pitchFamily="2" charset="2"/>
              <a:buChar char="§"/>
              <a:defRPr/>
            </a:lvl1pPr>
            <a:lvl2pPr marL="800100" indent="-342900">
              <a:buFont typeface="Wingdings" panose="05000000000000000000" pitchFamily="2" charset="2"/>
              <a:buChar char="§"/>
              <a:defRPr/>
            </a:lvl2pPr>
            <a:lvl3pPr marL="1257300" indent="-342900">
              <a:buFont typeface="Wingdings" panose="05000000000000000000" pitchFamily="2" charset="2"/>
              <a:buChar char="§"/>
              <a:defRPr/>
            </a:lvl3pPr>
            <a:lvl4pPr marL="1657350" indent="-285750">
              <a:buFont typeface="Wingdings" panose="05000000000000000000" pitchFamily="2" charset="2"/>
              <a:buChar char="§"/>
              <a:defRPr/>
            </a:lvl4pPr>
            <a:lvl5pPr marL="2114550" indent="-285750">
              <a:buFont typeface="Wingdings" panose="05000000000000000000" pitchFamily="2" charset="2"/>
              <a:buChar char="§"/>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801B9DCB-6767-0FAB-4EEB-51B8FE43A627}"/>
              </a:ext>
            </a:extLst>
          </p:cNvPr>
          <p:cNvSpPr>
            <a:spLocks noGrp="1"/>
          </p:cNvSpPr>
          <p:nvPr>
            <p:ph type="dt" sz="half" idx="10"/>
          </p:nvPr>
        </p:nvSpPr>
        <p:spPr/>
        <p:txBody>
          <a:bodyPr/>
          <a:lstStyle/>
          <a:p>
            <a:fld id="{472D8C46-45ED-4977-8DF5-FEAAF18B775F}" type="datetime1">
              <a:rPr lang="nl-NL" smtClean="0"/>
              <a:t>6-11-2025</a:t>
            </a:fld>
            <a:endParaRPr lang="nl-NL"/>
          </a:p>
        </p:txBody>
      </p:sp>
      <p:sp>
        <p:nvSpPr>
          <p:cNvPr id="5" name="Tijdelijke aanduiding voor voettekst 4">
            <a:extLst>
              <a:ext uri="{FF2B5EF4-FFF2-40B4-BE49-F238E27FC236}">
                <a16:creationId xmlns:a16="http://schemas.microsoft.com/office/drawing/2014/main" id="{3217A91C-110C-441A-26CF-15C3C7771038}"/>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1616AD90-C02F-C9FA-46E8-39CDB2530495}"/>
              </a:ext>
            </a:extLst>
          </p:cNvPr>
          <p:cNvSpPr>
            <a:spLocks noGrp="1"/>
          </p:cNvSpPr>
          <p:nvPr>
            <p:ph type="sldNum" sz="quarter" idx="12"/>
          </p:nvPr>
        </p:nvSpPr>
        <p:spPr/>
        <p:txBody>
          <a:bodyPr/>
          <a:lstStyle/>
          <a:p>
            <a:fld id="{A648B885-FF76-47CB-8BBD-27E7EBF07CA9}" type="slidenum">
              <a:rPr lang="nl-NL" smtClean="0"/>
              <a:t>‹nr.›</a:t>
            </a:fld>
            <a:endParaRPr lang="nl-NL"/>
          </a:p>
        </p:txBody>
      </p:sp>
    </p:spTree>
    <p:extLst>
      <p:ext uri="{BB962C8B-B14F-4D97-AF65-F5344CB8AC3E}">
        <p14:creationId xmlns:p14="http://schemas.microsoft.com/office/powerpoint/2010/main" val="2861748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el en object wi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6A9BEB-31D7-5990-1454-20C0B1CCBFA0}"/>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53757902-BA75-F83A-A9CD-4A250799210E}"/>
              </a:ext>
            </a:extLst>
          </p:cNvPr>
          <p:cNvSpPr>
            <a:spLocks noGrp="1"/>
          </p:cNvSpPr>
          <p:nvPr>
            <p:ph idx="1"/>
          </p:nvPr>
        </p:nvSpPr>
        <p:spPr/>
        <p:txBody>
          <a:bodyPr/>
          <a:lstStyle>
            <a:lvl1pPr marL="457200" indent="-457200">
              <a:buFont typeface="Wingdings" panose="05000000000000000000" pitchFamily="2" charset="2"/>
              <a:buChar char="§"/>
              <a:defRPr/>
            </a:lvl1pPr>
            <a:lvl2pPr marL="800100" indent="-342900">
              <a:buFont typeface="Wingdings" panose="05000000000000000000" pitchFamily="2" charset="2"/>
              <a:buChar char="§"/>
              <a:defRPr/>
            </a:lvl2pPr>
            <a:lvl3pPr marL="1257300" indent="-342900">
              <a:buFont typeface="Wingdings" panose="05000000000000000000" pitchFamily="2" charset="2"/>
              <a:buChar char="§"/>
              <a:defRPr/>
            </a:lvl3pPr>
            <a:lvl4pPr marL="1657350" indent="-285750">
              <a:buFont typeface="Wingdings" panose="05000000000000000000" pitchFamily="2" charset="2"/>
              <a:buChar char="§"/>
              <a:defRPr/>
            </a:lvl4pPr>
            <a:lvl5pPr marL="2114550" indent="-285750">
              <a:buFont typeface="Wingdings" panose="05000000000000000000" pitchFamily="2" charset="2"/>
              <a:buChar char="§"/>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801B9DCB-6767-0FAB-4EEB-51B8FE43A627}"/>
              </a:ext>
            </a:extLst>
          </p:cNvPr>
          <p:cNvSpPr>
            <a:spLocks noGrp="1"/>
          </p:cNvSpPr>
          <p:nvPr>
            <p:ph type="dt" sz="half" idx="10"/>
          </p:nvPr>
        </p:nvSpPr>
        <p:spPr/>
        <p:txBody>
          <a:bodyPr/>
          <a:lstStyle/>
          <a:p>
            <a:fld id="{472D8C46-45ED-4977-8DF5-FEAAF18B775F}" type="datetime1">
              <a:rPr lang="nl-NL" smtClean="0"/>
              <a:t>6-11-2025</a:t>
            </a:fld>
            <a:endParaRPr lang="nl-NL"/>
          </a:p>
        </p:txBody>
      </p:sp>
      <p:sp>
        <p:nvSpPr>
          <p:cNvPr id="5" name="Tijdelijke aanduiding voor voettekst 4">
            <a:extLst>
              <a:ext uri="{FF2B5EF4-FFF2-40B4-BE49-F238E27FC236}">
                <a16:creationId xmlns:a16="http://schemas.microsoft.com/office/drawing/2014/main" id="{3217A91C-110C-441A-26CF-15C3C7771038}"/>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1616AD90-C02F-C9FA-46E8-39CDB2530495}"/>
              </a:ext>
            </a:extLst>
          </p:cNvPr>
          <p:cNvSpPr>
            <a:spLocks noGrp="1"/>
          </p:cNvSpPr>
          <p:nvPr>
            <p:ph type="sldNum" sz="quarter" idx="12"/>
          </p:nvPr>
        </p:nvSpPr>
        <p:spPr/>
        <p:txBody>
          <a:bodyPr/>
          <a:lstStyle/>
          <a:p>
            <a:fld id="{A648B885-FF76-47CB-8BBD-27E7EBF07CA9}" type="slidenum">
              <a:rPr lang="nl-NL" smtClean="0"/>
              <a:t>‹nr.›</a:t>
            </a:fld>
            <a:endParaRPr lang="nl-NL"/>
          </a:p>
        </p:txBody>
      </p:sp>
      <p:sp>
        <p:nvSpPr>
          <p:cNvPr id="7" name="Rechthoek 6">
            <a:extLst>
              <a:ext uri="{FF2B5EF4-FFF2-40B4-BE49-F238E27FC236}">
                <a16:creationId xmlns:a16="http://schemas.microsoft.com/office/drawing/2014/main" id="{B53567AC-FC92-DBF6-902D-A02E25D27B7B}"/>
              </a:ext>
            </a:extLst>
          </p:cNvPr>
          <p:cNvSpPr/>
          <p:nvPr userDrawn="1"/>
        </p:nvSpPr>
        <p:spPr>
          <a:xfrm>
            <a:off x="-1" y="0"/>
            <a:ext cx="180000" cy="68700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8" name="ArtworkLogo">
            <a:extLst>
              <a:ext uri="{FF2B5EF4-FFF2-40B4-BE49-F238E27FC236}">
                <a16:creationId xmlns:a16="http://schemas.microsoft.com/office/drawing/2014/main" id="{88EDF246-36D0-EA15-89F1-BEBAC1BC90A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83929" y="303802"/>
            <a:ext cx="1629294" cy="830672"/>
          </a:xfrm>
          <a:prstGeom prst="rect">
            <a:avLst/>
          </a:prstGeom>
        </p:spPr>
      </p:pic>
    </p:spTree>
    <p:extLst>
      <p:ext uri="{BB962C8B-B14F-4D97-AF65-F5344CB8AC3E}">
        <p14:creationId xmlns:p14="http://schemas.microsoft.com/office/powerpoint/2010/main" val="1079368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 foto donker">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5" name="Rechthoek 24">
            <a:extLst>
              <a:ext uri="{FF2B5EF4-FFF2-40B4-BE49-F238E27FC236}">
                <a16:creationId xmlns:a16="http://schemas.microsoft.com/office/drawing/2014/main" id="{16FAB6D7-3EC7-B29F-1BB0-AFCC4A37A493}"/>
              </a:ext>
            </a:extLst>
          </p:cNvPr>
          <p:cNvSpPr/>
          <p:nvPr userDrawn="1"/>
        </p:nvSpPr>
        <p:spPr>
          <a:xfrm>
            <a:off x="0" y="0"/>
            <a:ext cx="12192000" cy="6858000"/>
          </a:xfrm>
          <a:prstGeom prst="rect">
            <a:avLst/>
          </a:prstGeom>
          <a:solidFill>
            <a:srgbClr val="00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Gelijkbenige driehoek 8">
            <a:extLst>
              <a:ext uri="{FF2B5EF4-FFF2-40B4-BE49-F238E27FC236}">
                <a16:creationId xmlns:a16="http://schemas.microsoft.com/office/drawing/2014/main" id="{FBED7AAB-CDAA-72E0-3A43-540D621F3688}"/>
              </a:ext>
            </a:extLst>
          </p:cNvPr>
          <p:cNvSpPr/>
          <p:nvPr userDrawn="1"/>
        </p:nvSpPr>
        <p:spPr>
          <a:xfrm>
            <a:off x="1753986" y="4031673"/>
            <a:ext cx="5505341" cy="2826326"/>
          </a:xfrm>
          <a:prstGeom prst="triangle">
            <a:avLst/>
          </a:prstGeom>
          <a:solidFill>
            <a:schemeClr val="accent3">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A9B5A378-D087-E905-A9CD-E41FF608F580}"/>
              </a:ext>
            </a:extLst>
          </p:cNvPr>
          <p:cNvSpPr>
            <a:spLocks noGrp="1"/>
          </p:cNvSpPr>
          <p:nvPr>
            <p:ph type="ctrTitle"/>
          </p:nvPr>
        </p:nvSpPr>
        <p:spPr>
          <a:xfrm>
            <a:off x="5877012" y="423332"/>
            <a:ext cx="5976321" cy="2002965"/>
          </a:xfrm>
        </p:spPr>
        <p:txBody>
          <a:bodyPr anchor="b">
            <a:normAutofit/>
          </a:bodyPr>
          <a:lstStyle>
            <a:lvl1pPr algn="l">
              <a:defRPr sz="4800">
                <a:solidFill>
                  <a:schemeClr val="bg1"/>
                </a:solidFill>
                <a:effectLst>
                  <a:outerShdw blurRad="38100" dist="38100" dir="2700000" algn="tl">
                    <a:srgbClr val="000000">
                      <a:alpha val="43137"/>
                    </a:srgbClr>
                  </a:outerShdw>
                </a:effectLst>
              </a:defRPr>
            </a:lvl1pPr>
          </a:lstStyle>
          <a:p>
            <a:r>
              <a:rPr lang="nl-NL"/>
              <a:t>Klik om stijl te bewerken</a:t>
            </a:r>
          </a:p>
        </p:txBody>
      </p:sp>
      <p:sp>
        <p:nvSpPr>
          <p:cNvPr id="3" name="Ondertitel 2">
            <a:extLst>
              <a:ext uri="{FF2B5EF4-FFF2-40B4-BE49-F238E27FC236}">
                <a16:creationId xmlns:a16="http://schemas.microsoft.com/office/drawing/2014/main" id="{74457518-AC06-A099-9F3C-A25877688B6B}"/>
              </a:ext>
            </a:extLst>
          </p:cNvPr>
          <p:cNvSpPr>
            <a:spLocks noGrp="1"/>
          </p:cNvSpPr>
          <p:nvPr>
            <p:ph type="subTitle" idx="1"/>
          </p:nvPr>
        </p:nvSpPr>
        <p:spPr>
          <a:xfrm>
            <a:off x="5877013" y="2518373"/>
            <a:ext cx="4826924" cy="1122074"/>
          </a:xfrm>
        </p:spPr>
        <p:txBody>
          <a:bodyPr/>
          <a:lstStyle>
            <a:lvl1pPr marL="0" indent="0" algn="l">
              <a:buNone/>
              <a:defRPr sz="2400">
                <a:solidFill>
                  <a:schemeClr val="bg1"/>
                </a:solidFill>
                <a:effectLst>
                  <a:outerShdw blurRad="38100" dist="38100" dir="2700000" algn="tl">
                    <a:srgbClr val="000000">
                      <a:alpha val="43137"/>
                    </a:srgbClr>
                  </a:outerShdw>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7" name="Vrije vorm: vorm 6">
            <a:extLst>
              <a:ext uri="{FF2B5EF4-FFF2-40B4-BE49-F238E27FC236}">
                <a16:creationId xmlns:a16="http://schemas.microsoft.com/office/drawing/2014/main" id="{91BD37D6-B25E-967C-E52E-4F310795267C}"/>
              </a:ext>
              <a:ext uri="{C183D7F6-B498-43B3-948B-1728B52AA6E4}">
                <adec:decorative xmlns:adec="http://schemas.microsoft.com/office/drawing/2017/decorative" val="1"/>
              </a:ext>
            </a:extLst>
          </p:cNvPr>
          <p:cNvSpPr/>
          <p:nvPr userDrawn="1"/>
        </p:nvSpPr>
        <p:spPr>
          <a:xfrm>
            <a:off x="0" y="0"/>
            <a:ext cx="5838825" cy="5842635"/>
          </a:xfrm>
          <a:custGeom>
            <a:avLst/>
            <a:gdLst>
              <a:gd name="connsiteX0" fmla="*/ 5841340 w 5841339"/>
              <a:gd name="connsiteY0" fmla="*/ 0 h 5841720"/>
              <a:gd name="connsiteX1" fmla="*/ 3301403 w 5841339"/>
              <a:gd name="connsiteY1" fmla="*/ 0 h 5841720"/>
              <a:gd name="connsiteX2" fmla="*/ 1655826 w 5841339"/>
              <a:gd name="connsiteY2" fmla="*/ 1645666 h 5841720"/>
              <a:gd name="connsiteX3" fmla="*/ 10268 w 5841339"/>
              <a:gd name="connsiteY3" fmla="*/ 0 h 5841720"/>
              <a:gd name="connsiteX4" fmla="*/ 0 w 5841339"/>
              <a:gd name="connsiteY4" fmla="*/ 0 h 5841720"/>
              <a:gd name="connsiteX5" fmla="*/ 0 w 5841339"/>
              <a:gd name="connsiteY5" fmla="*/ 5841721 h 5841720"/>
              <a:gd name="connsiteX6" fmla="*/ 5841340 w 5841339"/>
              <a:gd name="connsiteY6" fmla="*/ 0 h 5841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41339" h="5841720">
                <a:moveTo>
                  <a:pt x="5841340" y="0"/>
                </a:moveTo>
                <a:lnTo>
                  <a:pt x="3301403" y="0"/>
                </a:lnTo>
                <a:lnTo>
                  <a:pt x="1655826" y="1645666"/>
                </a:lnTo>
                <a:lnTo>
                  <a:pt x="10268" y="0"/>
                </a:lnTo>
                <a:lnTo>
                  <a:pt x="0" y="0"/>
                </a:lnTo>
                <a:lnTo>
                  <a:pt x="0" y="5841721"/>
                </a:lnTo>
                <a:lnTo>
                  <a:pt x="5841340" y="0"/>
                </a:lnTo>
                <a:close/>
              </a:path>
            </a:pathLst>
          </a:custGeom>
          <a:solidFill>
            <a:srgbClr val="0085C6">
              <a:alpha val="74902"/>
            </a:srgbClr>
          </a:solidFill>
          <a:ln w="1269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nl-NL"/>
          </a:p>
        </p:txBody>
      </p:sp>
      <p:sp>
        <p:nvSpPr>
          <p:cNvPr id="5" name="Vrije vorm: vorm 4">
            <a:extLst>
              <a:ext uri="{FF2B5EF4-FFF2-40B4-BE49-F238E27FC236}">
                <a16:creationId xmlns:a16="http://schemas.microsoft.com/office/drawing/2014/main" id="{2E3052D2-7619-D462-11E0-04B85514BCDC}"/>
              </a:ext>
            </a:extLst>
          </p:cNvPr>
          <p:cNvSpPr/>
          <p:nvPr/>
        </p:nvSpPr>
        <p:spPr>
          <a:xfrm>
            <a:off x="9308011" y="5109583"/>
            <a:ext cx="756398" cy="756645"/>
          </a:xfrm>
          <a:custGeom>
            <a:avLst/>
            <a:gdLst>
              <a:gd name="connsiteX0" fmla="*/ 586222 w 756398"/>
              <a:gd name="connsiteY0" fmla="*/ 0 h 756645"/>
              <a:gd name="connsiteX1" fmla="*/ 0 w 756398"/>
              <a:gd name="connsiteY1" fmla="*/ 586435 h 756645"/>
              <a:gd name="connsiteX2" fmla="*/ 0 w 756398"/>
              <a:gd name="connsiteY2" fmla="*/ 756646 h 756645"/>
              <a:gd name="connsiteX3" fmla="*/ 170189 w 756398"/>
              <a:gd name="connsiteY3" fmla="*/ 756646 h 756645"/>
              <a:gd name="connsiteX4" fmla="*/ 378206 w 756398"/>
              <a:gd name="connsiteY4" fmla="*/ 548566 h 756645"/>
              <a:gd name="connsiteX5" fmla="*/ 459213 w 756398"/>
              <a:gd name="connsiteY5" fmla="*/ 629614 h 756645"/>
              <a:gd name="connsiteX6" fmla="*/ 629405 w 756398"/>
              <a:gd name="connsiteY6" fmla="*/ 459372 h 756645"/>
              <a:gd name="connsiteX7" fmla="*/ 548380 w 756398"/>
              <a:gd name="connsiteY7" fmla="*/ 378324 h 756645"/>
              <a:gd name="connsiteX8" fmla="*/ 756398 w 756398"/>
              <a:gd name="connsiteY8" fmla="*/ 170241 h 756645"/>
              <a:gd name="connsiteX9" fmla="*/ 756398 w 756398"/>
              <a:gd name="connsiteY9" fmla="*/ 0 h 756645"/>
              <a:gd name="connsiteX10" fmla="*/ 586224 w 756398"/>
              <a:gd name="connsiteY10" fmla="*/ 0 h 756645"/>
              <a:gd name="connsiteX11" fmla="*/ 81008 w 756398"/>
              <a:gd name="connsiteY11" fmla="*/ 251291 h 756645"/>
              <a:gd name="connsiteX12" fmla="*/ 251197 w 756398"/>
              <a:gd name="connsiteY12" fmla="*/ 81048 h 756645"/>
              <a:gd name="connsiteX13" fmla="*/ 170189 w 756398"/>
              <a:gd name="connsiteY13" fmla="*/ 15 h 756645"/>
              <a:gd name="connsiteX14" fmla="*/ 170189 w 756398"/>
              <a:gd name="connsiteY14" fmla="*/ 0 h 756645"/>
              <a:gd name="connsiteX15" fmla="*/ 0 w 756398"/>
              <a:gd name="connsiteY15" fmla="*/ 0 h 756645"/>
              <a:gd name="connsiteX16" fmla="*/ 0 w 756398"/>
              <a:gd name="connsiteY16" fmla="*/ 170241 h 756645"/>
              <a:gd name="connsiteX17" fmla="*/ 81008 w 756398"/>
              <a:gd name="connsiteY17" fmla="*/ 251291 h 756645"/>
              <a:gd name="connsiteX18" fmla="*/ 756398 w 756398"/>
              <a:gd name="connsiteY18" fmla="*/ 756646 h 756645"/>
              <a:gd name="connsiteX19" fmla="*/ 756398 w 756398"/>
              <a:gd name="connsiteY19" fmla="*/ 586435 h 756645"/>
              <a:gd name="connsiteX20" fmla="*/ 586252 w 756398"/>
              <a:gd name="connsiteY20" fmla="*/ 756646 h 756645"/>
              <a:gd name="connsiteX21" fmla="*/ 756398 w 756398"/>
              <a:gd name="connsiteY21" fmla="*/ 756646 h 756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56398" h="756645">
                <a:moveTo>
                  <a:pt x="586222" y="0"/>
                </a:moveTo>
                <a:lnTo>
                  <a:pt x="0" y="586435"/>
                </a:lnTo>
                <a:lnTo>
                  <a:pt x="0" y="756646"/>
                </a:lnTo>
                <a:lnTo>
                  <a:pt x="170189" y="756646"/>
                </a:lnTo>
                <a:lnTo>
                  <a:pt x="378206" y="548566"/>
                </a:lnTo>
                <a:lnTo>
                  <a:pt x="459213" y="629614"/>
                </a:lnTo>
                <a:lnTo>
                  <a:pt x="629405" y="459372"/>
                </a:lnTo>
                <a:lnTo>
                  <a:pt x="548380" y="378324"/>
                </a:lnTo>
                <a:lnTo>
                  <a:pt x="756398" y="170241"/>
                </a:lnTo>
                <a:lnTo>
                  <a:pt x="756398" y="0"/>
                </a:lnTo>
                <a:lnTo>
                  <a:pt x="586224" y="0"/>
                </a:lnTo>
                <a:close/>
                <a:moveTo>
                  <a:pt x="81008" y="251291"/>
                </a:moveTo>
                <a:lnTo>
                  <a:pt x="251197" y="81048"/>
                </a:lnTo>
                <a:lnTo>
                  <a:pt x="170189" y="15"/>
                </a:lnTo>
                <a:lnTo>
                  <a:pt x="170189" y="0"/>
                </a:lnTo>
                <a:lnTo>
                  <a:pt x="0" y="0"/>
                </a:lnTo>
                <a:lnTo>
                  <a:pt x="0" y="170241"/>
                </a:lnTo>
                <a:lnTo>
                  <a:pt x="81008" y="251291"/>
                </a:lnTo>
                <a:close/>
                <a:moveTo>
                  <a:pt x="756398" y="756646"/>
                </a:moveTo>
                <a:lnTo>
                  <a:pt x="756398" y="586435"/>
                </a:lnTo>
                <a:lnTo>
                  <a:pt x="586252" y="756646"/>
                </a:lnTo>
                <a:lnTo>
                  <a:pt x="756398" y="756646"/>
                </a:lnTo>
                <a:close/>
              </a:path>
            </a:pathLst>
          </a:custGeom>
          <a:solidFill>
            <a:srgbClr val="97BE0D"/>
          </a:solidFill>
          <a:ln w="14994" cap="flat">
            <a:noFill/>
            <a:prstDash val="solid"/>
            <a:miter/>
          </a:ln>
        </p:spPr>
        <p:txBody>
          <a:bodyPr rtlCol="0" anchor="ctr"/>
          <a:lstStyle/>
          <a:p>
            <a:endParaRPr lang="nl-NL"/>
          </a:p>
        </p:txBody>
      </p:sp>
      <p:sp>
        <p:nvSpPr>
          <p:cNvPr id="6" name="Vrije vorm: vorm 5">
            <a:extLst>
              <a:ext uri="{FF2B5EF4-FFF2-40B4-BE49-F238E27FC236}">
                <a16:creationId xmlns:a16="http://schemas.microsoft.com/office/drawing/2014/main" id="{2290EBA2-8E2D-6DE4-0054-29203AF1659C}"/>
              </a:ext>
            </a:extLst>
          </p:cNvPr>
          <p:cNvSpPr/>
          <p:nvPr/>
        </p:nvSpPr>
        <p:spPr>
          <a:xfrm>
            <a:off x="10820794" y="5109590"/>
            <a:ext cx="756412" cy="756647"/>
          </a:xfrm>
          <a:custGeom>
            <a:avLst/>
            <a:gdLst>
              <a:gd name="connsiteX0" fmla="*/ 0 w 756412"/>
              <a:gd name="connsiteY0" fmla="*/ 0 h 756647"/>
              <a:gd name="connsiteX1" fmla="*/ 0 w 756412"/>
              <a:gd name="connsiteY1" fmla="*/ 0 h 756647"/>
              <a:gd name="connsiteX2" fmla="*/ 586223 w 756412"/>
              <a:gd name="connsiteY2" fmla="*/ 0 h 756647"/>
              <a:gd name="connsiteX3" fmla="*/ 0 w 756412"/>
              <a:gd name="connsiteY3" fmla="*/ 586435 h 756647"/>
              <a:gd name="connsiteX4" fmla="*/ 0 w 756412"/>
              <a:gd name="connsiteY4" fmla="*/ 756647 h 756647"/>
              <a:gd name="connsiteX5" fmla="*/ 170190 w 756412"/>
              <a:gd name="connsiteY5" fmla="*/ 756647 h 756647"/>
              <a:gd name="connsiteX6" fmla="*/ 463309 w 756412"/>
              <a:gd name="connsiteY6" fmla="*/ 463438 h 756647"/>
              <a:gd name="connsiteX7" fmla="*/ 756398 w 756412"/>
              <a:gd name="connsiteY7" fmla="*/ 756647 h 756647"/>
              <a:gd name="connsiteX8" fmla="*/ 756413 w 756412"/>
              <a:gd name="connsiteY8" fmla="*/ 756647 h 756647"/>
              <a:gd name="connsiteX9" fmla="*/ 756413 w 756412"/>
              <a:gd name="connsiteY9" fmla="*/ 0 h 756647"/>
              <a:gd name="connsiteX10" fmla="*/ 586223 w 756412"/>
              <a:gd name="connsiteY10" fmla="*/ 0 h 756647"/>
              <a:gd name="connsiteX11" fmla="*/ 332220 w 756412"/>
              <a:gd name="connsiteY11" fmla="*/ 0 h 756647"/>
              <a:gd name="connsiteX12" fmla="*/ 15 w 756412"/>
              <a:gd name="connsiteY12" fmla="*/ 0 h 756647"/>
              <a:gd name="connsiteX13" fmla="*/ 166125 w 756412"/>
              <a:gd name="connsiteY13" fmla="*/ 166162 h 756647"/>
              <a:gd name="connsiteX14" fmla="*/ 332220 w 756412"/>
              <a:gd name="connsiteY14" fmla="*/ 0 h 756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6412" h="756647">
                <a:moveTo>
                  <a:pt x="0" y="0"/>
                </a:moveTo>
                <a:lnTo>
                  <a:pt x="0" y="0"/>
                </a:lnTo>
                <a:close/>
                <a:moveTo>
                  <a:pt x="586223" y="0"/>
                </a:moveTo>
                <a:lnTo>
                  <a:pt x="0" y="586435"/>
                </a:lnTo>
                <a:lnTo>
                  <a:pt x="0" y="756647"/>
                </a:lnTo>
                <a:lnTo>
                  <a:pt x="170190" y="756647"/>
                </a:lnTo>
                <a:lnTo>
                  <a:pt x="463309" y="463438"/>
                </a:lnTo>
                <a:lnTo>
                  <a:pt x="756398" y="756647"/>
                </a:lnTo>
                <a:lnTo>
                  <a:pt x="756413" y="756647"/>
                </a:lnTo>
                <a:lnTo>
                  <a:pt x="756413" y="0"/>
                </a:lnTo>
                <a:lnTo>
                  <a:pt x="586223" y="0"/>
                </a:lnTo>
                <a:close/>
                <a:moveTo>
                  <a:pt x="332220" y="0"/>
                </a:moveTo>
                <a:lnTo>
                  <a:pt x="15" y="0"/>
                </a:lnTo>
                <a:lnTo>
                  <a:pt x="166125" y="166162"/>
                </a:lnTo>
                <a:lnTo>
                  <a:pt x="332220" y="0"/>
                </a:lnTo>
                <a:close/>
              </a:path>
            </a:pathLst>
          </a:custGeom>
          <a:solidFill>
            <a:srgbClr val="0086C5"/>
          </a:solidFill>
          <a:ln w="14994" cap="flat">
            <a:noFill/>
            <a:prstDash val="solid"/>
            <a:miter/>
          </a:ln>
        </p:spPr>
        <p:txBody>
          <a:bodyPr rtlCol="0" anchor="ctr"/>
          <a:lstStyle/>
          <a:p>
            <a:endParaRPr lang="nl-NL"/>
          </a:p>
        </p:txBody>
      </p:sp>
      <p:sp>
        <p:nvSpPr>
          <p:cNvPr id="8" name="Vrije vorm: vorm 7">
            <a:extLst>
              <a:ext uri="{FF2B5EF4-FFF2-40B4-BE49-F238E27FC236}">
                <a16:creationId xmlns:a16="http://schemas.microsoft.com/office/drawing/2014/main" id="{DF62DE58-EDBC-170B-6165-304CC012C3C0}"/>
              </a:ext>
            </a:extLst>
          </p:cNvPr>
          <p:cNvSpPr/>
          <p:nvPr/>
        </p:nvSpPr>
        <p:spPr>
          <a:xfrm>
            <a:off x="9290892" y="6026252"/>
            <a:ext cx="198536" cy="245754"/>
          </a:xfrm>
          <a:custGeom>
            <a:avLst/>
            <a:gdLst>
              <a:gd name="connsiteX0" fmla="*/ 103821 w 198536"/>
              <a:gd name="connsiteY0" fmla="*/ 245754 h 245754"/>
              <a:gd name="connsiteX1" fmla="*/ 0 w 198536"/>
              <a:gd name="connsiteY1" fmla="*/ 127423 h 245754"/>
              <a:gd name="connsiteX2" fmla="*/ 112100 w 198536"/>
              <a:gd name="connsiteY2" fmla="*/ 0 h 245754"/>
              <a:gd name="connsiteX3" fmla="*/ 193572 w 198536"/>
              <a:gd name="connsiteY3" fmla="*/ 34748 h 245754"/>
              <a:gd name="connsiteX4" fmla="*/ 174136 w 198536"/>
              <a:gd name="connsiteY4" fmla="*/ 59158 h 245754"/>
              <a:gd name="connsiteX5" fmla="*/ 119540 w 198536"/>
              <a:gd name="connsiteY5" fmla="*/ 43030 h 245754"/>
              <a:gd name="connsiteX6" fmla="*/ 56260 w 198536"/>
              <a:gd name="connsiteY6" fmla="*/ 119561 h 245754"/>
              <a:gd name="connsiteX7" fmla="*/ 112505 w 198536"/>
              <a:gd name="connsiteY7" fmla="*/ 202740 h 245754"/>
              <a:gd name="connsiteX8" fmla="*/ 144768 w 198536"/>
              <a:gd name="connsiteY8" fmla="*/ 194458 h 245754"/>
              <a:gd name="connsiteX9" fmla="*/ 144768 w 198536"/>
              <a:gd name="connsiteY9" fmla="*/ 140251 h 245754"/>
              <a:gd name="connsiteX10" fmla="*/ 111260 w 198536"/>
              <a:gd name="connsiteY10" fmla="*/ 140251 h 245754"/>
              <a:gd name="connsiteX11" fmla="*/ 111260 w 198536"/>
              <a:gd name="connsiteY11" fmla="*/ 104678 h 245754"/>
              <a:gd name="connsiteX12" fmla="*/ 198537 w 198536"/>
              <a:gd name="connsiteY12" fmla="*/ 104678 h 245754"/>
              <a:gd name="connsiteX13" fmla="*/ 198537 w 198536"/>
              <a:gd name="connsiteY13" fmla="*/ 213902 h 245754"/>
              <a:gd name="connsiteX14" fmla="*/ 103821 w 198536"/>
              <a:gd name="connsiteY14" fmla="*/ 245754 h 245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8536" h="245754">
                <a:moveTo>
                  <a:pt x="103821" y="245754"/>
                </a:moveTo>
                <a:cubicBezTo>
                  <a:pt x="34752" y="245754"/>
                  <a:pt x="0" y="210166"/>
                  <a:pt x="0" y="127423"/>
                </a:cubicBezTo>
                <a:cubicBezTo>
                  <a:pt x="0" y="39309"/>
                  <a:pt x="50471" y="0"/>
                  <a:pt x="112100" y="0"/>
                </a:cubicBezTo>
                <a:cubicBezTo>
                  <a:pt x="147256" y="0"/>
                  <a:pt x="173714" y="14058"/>
                  <a:pt x="193572" y="34748"/>
                </a:cubicBezTo>
                <a:lnTo>
                  <a:pt x="174136" y="59158"/>
                </a:lnTo>
                <a:cubicBezTo>
                  <a:pt x="156767" y="49226"/>
                  <a:pt x="137734" y="43030"/>
                  <a:pt x="119540" y="43030"/>
                </a:cubicBezTo>
                <a:cubicBezTo>
                  <a:pt x="82313" y="43030"/>
                  <a:pt x="56260" y="70335"/>
                  <a:pt x="56260" y="119561"/>
                </a:cubicBezTo>
                <a:cubicBezTo>
                  <a:pt x="56260" y="184121"/>
                  <a:pt x="80663" y="202740"/>
                  <a:pt x="112505" y="202740"/>
                </a:cubicBezTo>
                <a:cubicBezTo>
                  <a:pt x="126574" y="202740"/>
                  <a:pt x="138152" y="199004"/>
                  <a:pt x="144768" y="194458"/>
                </a:cubicBezTo>
                <a:lnTo>
                  <a:pt x="144768" y="140251"/>
                </a:lnTo>
                <a:lnTo>
                  <a:pt x="111260" y="140251"/>
                </a:lnTo>
                <a:lnTo>
                  <a:pt x="111260" y="104678"/>
                </a:lnTo>
                <a:lnTo>
                  <a:pt x="198537" y="104678"/>
                </a:lnTo>
                <a:lnTo>
                  <a:pt x="198537" y="213902"/>
                </a:lnTo>
                <a:cubicBezTo>
                  <a:pt x="173714" y="234172"/>
                  <a:pt x="140629" y="245754"/>
                  <a:pt x="103821" y="245754"/>
                </a:cubicBezTo>
              </a:path>
            </a:pathLst>
          </a:custGeom>
          <a:solidFill>
            <a:srgbClr val="97BE0D"/>
          </a:solidFill>
          <a:ln w="14994" cap="flat">
            <a:noFill/>
            <a:prstDash val="solid"/>
            <a:miter/>
          </a:ln>
        </p:spPr>
        <p:txBody>
          <a:bodyPr rtlCol="0" anchor="ctr"/>
          <a:lstStyle/>
          <a:p>
            <a:endParaRPr lang="nl-NL"/>
          </a:p>
        </p:txBody>
      </p:sp>
      <p:sp>
        <p:nvSpPr>
          <p:cNvPr id="10" name="Vrije vorm: vorm 9">
            <a:extLst>
              <a:ext uri="{FF2B5EF4-FFF2-40B4-BE49-F238E27FC236}">
                <a16:creationId xmlns:a16="http://schemas.microsoft.com/office/drawing/2014/main" id="{074A652D-0EA5-F295-D355-4AC8A19B1DDA}"/>
              </a:ext>
            </a:extLst>
          </p:cNvPr>
          <p:cNvSpPr/>
          <p:nvPr/>
        </p:nvSpPr>
        <p:spPr>
          <a:xfrm>
            <a:off x="9569248" y="6030807"/>
            <a:ext cx="148065" cy="236645"/>
          </a:xfrm>
          <a:custGeom>
            <a:avLst/>
            <a:gdLst>
              <a:gd name="connsiteX0" fmla="*/ 0 w 148065"/>
              <a:gd name="connsiteY0" fmla="*/ 236646 h 236645"/>
              <a:gd name="connsiteX1" fmla="*/ 0 w 148065"/>
              <a:gd name="connsiteY1" fmla="*/ 0 h 236645"/>
              <a:gd name="connsiteX2" fmla="*/ 146415 w 148065"/>
              <a:gd name="connsiteY2" fmla="*/ 0 h 236645"/>
              <a:gd name="connsiteX3" fmla="*/ 146415 w 148065"/>
              <a:gd name="connsiteY3" fmla="*/ 42204 h 236645"/>
              <a:gd name="connsiteX4" fmla="*/ 55014 w 148065"/>
              <a:gd name="connsiteY4" fmla="*/ 42204 h 236645"/>
              <a:gd name="connsiteX5" fmla="*/ 55014 w 148065"/>
              <a:gd name="connsiteY5" fmla="*/ 96395 h 236645"/>
              <a:gd name="connsiteX6" fmla="*/ 131522 w 148065"/>
              <a:gd name="connsiteY6" fmla="*/ 96395 h 236645"/>
              <a:gd name="connsiteX7" fmla="*/ 131522 w 148065"/>
              <a:gd name="connsiteY7" fmla="*/ 136110 h 236645"/>
              <a:gd name="connsiteX8" fmla="*/ 55014 w 148065"/>
              <a:gd name="connsiteY8" fmla="*/ 136110 h 236645"/>
              <a:gd name="connsiteX9" fmla="*/ 55014 w 148065"/>
              <a:gd name="connsiteY9" fmla="*/ 193618 h 236645"/>
              <a:gd name="connsiteX10" fmla="*/ 148065 w 148065"/>
              <a:gd name="connsiteY10" fmla="*/ 193618 h 236645"/>
              <a:gd name="connsiteX11" fmla="*/ 148065 w 148065"/>
              <a:gd name="connsiteY11" fmla="*/ 236646 h 236645"/>
              <a:gd name="connsiteX12" fmla="*/ 0 w 148065"/>
              <a:gd name="connsiteY12" fmla="*/ 236646 h 236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8065" h="236645">
                <a:moveTo>
                  <a:pt x="0" y="236646"/>
                </a:moveTo>
                <a:lnTo>
                  <a:pt x="0" y="0"/>
                </a:lnTo>
                <a:lnTo>
                  <a:pt x="146415" y="0"/>
                </a:lnTo>
                <a:lnTo>
                  <a:pt x="146415" y="42204"/>
                </a:lnTo>
                <a:lnTo>
                  <a:pt x="55014" y="42204"/>
                </a:lnTo>
                <a:lnTo>
                  <a:pt x="55014" y="96395"/>
                </a:lnTo>
                <a:lnTo>
                  <a:pt x="131522" y="96395"/>
                </a:lnTo>
                <a:lnTo>
                  <a:pt x="131522" y="136110"/>
                </a:lnTo>
                <a:lnTo>
                  <a:pt x="55014" y="136110"/>
                </a:lnTo>
                <a:lnTo>
                  <a:pt x="55014" y="193618"/>
                </a:lnTo>
                <a:lnTo>
                  <a:pt x="148065" y="193618"/>
                </a:lnTo>
                <a:lnTo>
                  <a:pt x="148065" y="236646"/>
                </a:lnTo>
                <a:lnTo>
                  <a:pt x="0" y="236646"/>
                </a:lnTo>
                <a:close/>
              </a:path>
            </a:pathLst>
          </a:custGeom>
          <a:solidFill>
            <a:srgbClr val="97BE0D"/>
          </a:solidFill>
          <a:ln w="14994" cap="flat">
            <a:noFill/>
            <a:prstDash val="solid"/>
            <a:miter/>
          </a:ln>
        </p:spPr>
        <p:txBody>
          <a:bodyPr rtlCol="0" anchor="ctr"/>
          <a:lstStyle/>
          <a:p>
            <a:endParaRPr lang="nl-NL"/>
          </a:p>
        </p:txBody>
      </p:sp>
      <p:sp>
        <p:nvSpPr>
          <p:cNvPr id="14" name="Vrije vorm: vorm 13">
            <a:extLst>
              <a:ext uri="{FF2B5EF4-FFF2-40B4-BE49-F238E27FC236}">
                <a16:creationId xmlns:a16="http://schemas.microsoft.com/office/drawing/2014/main" id="{5FAEC22B-27B5-0C44-848E-174383106CF4}"/>
              </a:ext>
            </a:extLst>
          </p:cNvPr>
          <p:cNvSpPr/>
          <p:nvPr/>
        </p:nvSpPr>
        <p:spPr>
          <a:xfrm>
            <a:off x="9771094" y="6026246"/>
            <a:ext cx="232029" cy="245754"/>
          </a:xfrm>
          <a:custGeom>
            <a:avLst/>
            <a:gdLst>
              <a:gd name="connsiteX0" fmla="*/ 112925 w 232029"/>
              <a:gd name="connsiteY0" fmla="*/ 245754 h 245754"/>
              <a:gd name="connsiteX1" fmla="*/ 0 w 232029"/>
              <a:gd name="connsiteY1" fmla="*/ 125773 h 245754"/>
              <a:gd name="connsiteX2" fmla="*/ 119119 w 232029"/>
              <a:gd name="connsiteY2" fmla="*/ 0 h 245754"/>
              <a:gd name="connsiteX3" fmla="*/ 232029 w 232029"/>
              <a:gd name="connsiteY3" fmla="*/ 117911 h 245754"/>
              <a:gd name="connsiteX4" fmla="*/ 112925 w 232029"/>
              <a:gd name="connsiteY4" fmla="*/ 245754 h 245754"/>
              <a:gd name="connsiteX5" fmla="*/ 114155 w 232029"/>
              <a:gd name="connsiteY5" fmla="*/ 42204 h 245754"/>
              <a:gd name="connsiteX6" fmla="*/ 58315 w 232029"/>
              <a:gd name="connsiteY6" fmla="*/ 118331 h 245754"/>
              <a:gd name="connsiteX7" fmla="*/ 117050 w 232029"/>
              <a:gd name="connsiteY7" fmla="*/ 203145 h 245754"/>
              <a:gd name="connsiteX8" fmla="*/ 173714 w 232029"/>
              <a:gd name="connsiteY8" fmla="*/ 125368 h 245754"/>
              <a:gd name="connsiteX9" fmla="*/ 114155 w 232029"/>
              <a:gd name="connsiteY9" fmla="*/ 42204 h 245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2029" h="245754">
                <a:moveTo>
                  <a:pt x="112925" y="245754"/>
                </a:moveTo>
                <a:cubicBezTo>
                  <a:pt x="42191" y="245754"/>
                  <a:pt x="0" y="215148"/>
                  <a:pt x="0" y="125773"/>
                </a:cubicBezTo>
                <a:cubicBezTo>
                  <a:pt x="0" y="39309"/>
                  <a:pt x="49226" y="0"/>
                  <a:pt x="119119" y="0"/>
                </a:cubicBezTo>
                <a:cubicBezTo>
                  <a:pt x="191083" y="0"/>
                  <a:pt x="232029" y="33097"/>
                  <a:pt x="232029" y="117911"/>
                </a:cubicBezTo>
                <a:cubicBezTo>
                  <a:pt x="232029" y="212252"/>
                  <a:pt x="177434" y="245754"/>
                  <a:pt x="112925" y="245754"/>
                </a:cubicBezTo>
                <a:moveTo>
                  <a:pt x="114155" y="42204"/>
                </a:moveTo>
                <a:cubicBezTo>
                  <a:pt x="81893" y="42204"/>
                  <a:pt x="58315" y="62894"/>
                  <a:pt x="58315" y="118331"/>
                </a:cubicBezTo>
                <a:cubicBezTo>
                  <a:pt x="58315" y="182050"/>
                  <a:pt x="79823" y="203145"/>
                  <a:pt x="117050" y="203145"/>
                </a:cubicBezTo>
                <a:cubicBezTo>
                  <a:pt x="150137" y="203145"/>
                  <a:pt x="173714" y="182455"/>
                  <a:pt x="173714" y="125368"/>
                </a:cubicBezTo>
                <a:cubicBezTo>
                  <a:pt x="173714" y="64139"/>
                  <a:pt x="152206" y="42204"/>
                  <a:pt x="114155" y="42204"/>
                </a:cubicBezTo>
              </a:path>
            </a:pathLst>
          </a:custGeom>
          <a:solidFill>
            <a:srgbClr val="97BE0D"/>
          </a:solidFill>
          <a:ln w="14994" cap="flat">
            <a:noFill/>
            <a:prstDash val="solid"/>
            <a:miter/>
          </a:ln>
        </p:spPr>
        <p:txBody>
          <a:bodyPr rtlCol="0" anchor="ctr"/>
          <a:lstStyle/>
          <a:p>
            <a:endParaRPr lang="nl-NL"/>
          </a:p>
        </p:txBody>
      </p:sp>
      <p:sp>
        <p:nvSpPr>
          <p:cNvPr id="19" name="Vrije vorm: vorm 18">
            <a:extLst>
              <a:ext uri="{FF2B5EF4-FFF2-40B4-BE49-F238E27FC236}">
                <a16:creationId xmlns:a16="http://schemas.microsoft.com/office/drawing/2014/main" id="{FFA13B9D-AF5C-670C-1F19-ED37017F557C}"/>
              </a:ext>
            </a:extLst>
          </p:cNvPr>
          <p:cNvSpPr/>
          <p:nvPr/>
        </p:nvSpPr>
        <p:spPr>
          <a:xfrm>
            <a:off x="10072376" y="6030807"/>
            <a:ext cx="209696" cy="236645"/>
          </a:xfrm>
          <a:custGeom>
            <a:avLst/>
            <a:gdLst>
              <a:gd name="connsiteX0" fmla="*/ 150962 w 209696"/>
              <a:gd name="connsiteY0" fmla="*/ 236646 h 236645"/>
              <a:gd name="connsiteX1" fmla="*/ 45911 w 209696"/>
              <a:gd name="connsiteY1" fmla="*/ 69915 h 236645"/>
              <a:gd name="connsiteX2" fmla="*/ 45911 w 209696"/>
              <a:gd name="connsiteY2" fmla="*/ 236646 h 236645"/>
              <a:gd name="connsiteX3" fmla="*/ 0 w 209696"/>
              <a:gd name="connsiteY3" fmla="*/ 236646 h 236645"/>
              <a:gd name="connsiteX4" fmla="*/ 0 w 209696"/>
              <a:gd name="connsiteY4" fmla="*/ 0 h 236645"/>
              <a:gd name="connsiteX5" fmla="*/ 68649 w 209696"/>
              <a:gd name="connsiteY5" fmla="*/ 0 h 236645"/>
              <a:gd name="connsiteX6" fmla="*/ 164190 w 209696"/>
              <a:gd name="connsiteY6" fmla="*/ 146042 h 236645"/>
              <a:gd name="connsiteX7" fmla="*/ 164190 w 209696"/>
              <a:gd name="connsiteY7" fmla="*/ 0 h 236645"/>
              <a:gd name="connsiteX8" fmla="*/ 209696 w 209696"/>
              <a:gd name="connsiteY8" fmla="*/ 0 h 236645"/>
              <a:gd name="connsiteX9" fmla="*/ 209696 w 209696"/>
              <a:gd name="connsiteY9" fmla="*/ 236646 h 236645"/>
              <a:gd name="connsiteX10" fmla="*/ 150962 w 209696"/>
              <a:gd name="connsiteY10" fmla="*/ 236646 h 236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9696" h="236645">
                <a:moveTo>
                  <a:pt x="150962" y="236646"/>
                </a:moveTo>
                <a:lnTo>
                  <a:pt x="45911" y="69915"/>
                </a:lnTo>
                <a:lnTo>
                  <a:pt x="45911" y="236646"/>
                </a:lnTo>
                <a:lnTo>
                  <a:pt x="0" y="236646"/>
                </a:lnTo>
                <a:lnTo>
                  <a:pt x="0" y="0"/>
                </a:lnTo>
                <a:lnTo>
                  <a:pt x="68649" y="0"/>
                </a:lnTo>
                <a:lnTo>
                  <a:pt x="164190" y="146042"/>
                </a:lnTo>
                <a:lnTo>
                  <a:pt x="164190" y="0"/>
                </a:lnTo>
                <a:lnTo>
                  <a:pt x="209696" y="0"/>
                </a:lnTo>
                <a:lnTo>
                  <a:pt x="209696" y="236646"/>
                </a:lnTo>
                <a:lnTo>
                  <a:pt x="150962" y="236646"/>
                </a:lnTo>
                <a:close/>
              </a:path>
            </a:pathLst>
          </a:custGeom>
          <a:solidFill>
            <a:schemeClr val="bg1"/>
          </a:solidFill>
          <a:ln w="14994" cap="flat">
            <a:noFill/>
            <a:prstDash val="solid"/>
            <a:miter/>
          </a:ln>
        </p:spPr>
        <p:txBody>
          <a:bodyPr rtlCol="0" anchor="ctr"/>
          <a:lstStyle/>
          <a:p>
            <a:endParaRPr lang="nl-NL"/>
          </a:p>
        </p:txBody>
      </p:sp>
      <p:sp>
        <p:nvSpPr>
          <p:cNvPr id="20" name="Vrije vorm: vorm 19">
            <a:extLst>
              <a:ext uri="{FF2B5EF4-FFF2-40B4-BE49-F238E27FC236}">
                <a16:creationId xmlns:a16="http://schemas.microsoft.com/office/drawing/2014/main" id="{B7E54905-3714-2A5F-7274-5F3435008768}"/>
              </a:ext>
            </a:extLst>
          </p:cNvPr>
          <p:cNvSpPr/>
          <p:nvPr/>
        </p:nvSpPr>
        <p:spPr>
          <a:xfrm>
            <a:off x="10370159" y="6026246"/>
            <a:ext cx="232029" cy="245754"/>
          </a:xfrm>
          <a:custGeom>
            <a:avLst/>
            <a:gdLst>
              <a:gd name="connsiteX0" fmla="*/ 112910 w 232029"/>
              <a:gd name="connsiteY0" fmla="*/ 245754 h 245754"/>
              <a:gd name="connsiteX1" fmla="*/ 0 w 232029"/>
              <a:gd name="connsiteY1" fmla="*/ 125773 h 245754"/>
              <a:gd name="connsiteX2" fmla="*/ 119119 w 232029"/>
              <a:gd name="connsiteY2" fmla="*/ 0 h 245754"/>
              <a:gd name="connsiteX3" fmla="*/ 232029 w 232029"/>
              <a:gd name="connsiteY3" fmla="*/ 117911 h 245754"/>
              <a:gd name="connsiteX4" fmla="*/ 112910 w 232029"/>
              <a:gd name="connsiteY4" fmla="*/ 245754 h 245754"/>
              <a:gd name="connsiteX5" fmla="*/ 114155 w 232029"/>
              <a:gd name="connsiteY5" fmla="*/ 42204 h 245754"/>
              <a:gd name="connsiteX6" fmla="*/ 58330 w 232029"/>
              <a:gd name="connsiteY6" fmla="*/ 118331 h 245754"/>
              <a:gd name="connsiteX7" fmla="*/ 117050 w 232029"/>
              <a:gd name="connsiteY7" fmla="*/ 203145 h 245754"/>
              <a:gd name="connsiteX8" fmla="*/ 173715 w 232029"/>
              <a:gd name="connsiteY8" fmla="*/ 125368 h 245754"/>
              <a:gd name="connsiteX9" fmla="*/ 114155 w 232029"/>
              <a:gd name="connsiteY9" fmla="*/ 42204 h 245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2029" h="245754">
                <a:moveTo>
                  <a:pt x="112910" y="245754"/>
                </a:moveTo>
                <a:cubicBezTo>
                  <a:pt x="42191" y="245754"/>
                  <a:pt x="0" y="215148"/>
                  <a:pt x="0" y="125773"/>
                </a:cubicBezTo>
                <a:cubicBezTo>
                  <a:pt x="0" y="39309"/>
                  <a:pt x="49226" y="0"/>
                  <a:pt x="119119" y="0"/>
                </a:cubicBezTo>
                <a:cubicBezTo>
                  <a:pt x="191083" y="0"/>
                  <a:pt x="232029" y="33097"/>
                  <a:pt x="232029" y="117911"/>
                </a:cubicBezTo>
                <a:cubicBezTo>
                  <a:pt x="232029" y="212252"/>
                  <a:pt x="177434" y="245754"/>
                  <a:pt x="112910" y="245754"/>
                </a:cubicBezTo>
                <a:moveTo>
                  <a:pt x="114155" y="42204"/>
                </a:moveTo>
                <a:cubicBezTo>
                  <a:pt x="81893" y="42204"/>
                  <a:pt x="58330" y="62894"/>
                  <a:pt x="58330" y="118331"/>
                </a:cubicBezTo>
                <a:cubicBezTo>
                  <a:pt x="58330" y="182050"/>
                  <a:pt x="79823" y="203145"/>
                  <a:pt x="117050" y="203145"/>
                </a:cubicBezTo>
                <a:cubicBezTo>
                  <a:pt x="150152" y="203145"/>
                  <a:pt x="173715" y="182455"/>
                  <a:pt x="173715" y="125368"/>
                </a:cubicBezTo>
                <a:cubicBezTo>
                  <a:pt x="173715" y="64139"/>
                  <a:pt x="152206" y="42204"/>
                  <a:pt x="114155" y="42204"/>
                </a:cubicBezTo>
              </a:path>
            </a:pathLst>
          </a:custGeom>
          <a:solidFill>
            <a:schemeClr val="bg1"/>
          </a:solidFill>
          <a:ln w="14994" cap="flat">
            <a:noFill/>
            <a:prstDash val="solid"/>
            <a:miter/>
          </a:ln>
        </p:spPr>
        <p:txBody>
          <a:bodyPr rtlCol="0" anchor="ctr"/>
          <a:lstStyle/>
          <a:p>
            <a:endParaRPr lang="nl-NL"/>
          </a:p>
        </p:txBody>
      </p:sp>
      <p:sp>
        <p:nvSpPr>
          <p:cNvPr id="21" name="Vrije vorm: vorm 20">
            <a:extLst>
              <a:ext uri="{FF2B5EF4-FFF2-40B4-BE49-F238E27FC236}">
                <a16:creationId xmlns:a16="http://schemas.microsoft.com/office/drawing/2014/main" id="{4785C39B-D6D8-2871-966A-115AC70143AE}"/>
              </a:ext>
            </a:extLst>
          </p:cNvPr>
          <p:cNvSpPr/>
          <p:nvPr/>
        </p:nvSpPr>
        <p:spPr>
          <a:xfrm>
            <a:off x="10662602" y="6030807"/>
            <a:ext cx="220856" cy="236645"/>
          </a:xfrm>
          <a:custGeom>
            <a:avLst/>
            <a:gdLst>
              <a:gd name="connsiteX0" fmla="*/ 145579 w 220856"/>
              <a:gd name="connsiteY0" fmla="*/ 236646 h 236645"/>
              <a:gd name="connsiteX1" fmla="*/ 78158 w 220856"/>
              <a:gd name="connsiteY1" fmla="*/ 236646 h 236645"/>
              <a:gd name="connsiteX2" fmla="*/ 0 w 220856"/>
              <a:gd name="connsiteY2" fmla="*/ 0 h 236645"/>
              <a:gd name="connsiteX3" fmla="*/ 61210 w 220856"/>
              <a:gd name="connsiteY3" fmla="*/ 0 h 236645"/>
              <a:gd name="connsiteX4" fmla="*/ 116211 w 220856"/>
              <a:gd name="connsiteY4" fmla="*/ 187406 h 236645"/>
              <a:gd name="connsiteX5" fmla="*/ 116631 w 220856"/>
              <a:gd name="connsiteY5" fmla="*/ 187406 h 236645"/>
              <a:gd name="connsiteX6" fmla="*/ 166262 w 220856"/>
              <a:gd name="connsiteY6" fmla="*/ 0 h 236645"/>
              <a:gd name="connsiteX7" fmla="*/ 220857 w 220856"/>
              <a:gd name="connsiteY7" fmla="*/ 0 h 236645"/>
              <a:gd name="connsiteX8" fmla="*/ 145579 w 220856"/>
              <a:gd name="connsiteY8" fmla="*/ 236646 h 236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0856" h="236645">
                <a:moveTo>
                  <a:pt x="145579" y="236646"/>
                </a:moveTo>
                <a:lnTo>
                  <a:pt x="78158" y="236646"/>
                </a:lnTo>
                <a:cubicBezTo>
                  <a:pt x="43421" y="155149"/>
                  <a:pt x="19830" y="79848"/>
                  <a:pt x="0" y="0"/>
                </a:cubicBezTo>
                <a:lnTo>
                  <a:pt x="61210" y="0"/>
                </a:lnTo>
                <a:cubicBezTo>
                  <a:pt x="74438" y="60808"/>
                  <a:pt x="93052" y="122457"/>
                  <a:pt x="116211" y="187406"/>
                </a:cubicBezTo>
                <a:lnTo>
                  <a:pt x="116631" y="187406"/>
                </a:lnTo>
                <a:cubicBezTo>
                  <a:pt x="138139" y="125351"/>
                  <a:pt x="153858" y="63299"/>
                  <a:pt x="166262" y="0"/>
                </a:cubicBezTo>
                <a:lnTo>
                  <a:pt x="220857" y="0"/>
                </a:lnTo>
                <a:cubicBezTo>
                  <a:pt x="203068" y="79427"/>
                  <a:pt x="178666" y="160100"/>
                  <a:pt x="145579" y="236646"/>
                </a:cubicBezTo>
              </a:path>
            </a:pathLst>
          </a:custGeom>
          <a:solidFill>
            <a:schemeClr val="bg1"/>
          </a:solidFill>
          <a:ln w="14994" cap="flat">
            <a:noFill/>
            <a:prstDash val="solid"/>
            <a:miter/>
          </a:ln>
        </p:spPr>
        <p:txBody>
          <a:bodyPr rtlCol="0" anchor="ctr"/>
          <a:lstStyle/>
          <a:p>
            <a:endParaRPr lang="nl-NL"/>
          </a:p>
        </p:txBody>
      </p:sp>
      <p:sp>
        <p:nvSpPr>
          <p:cNvPr id="22" name="Vrije vorm: vorm 21">
            <a:extLst>
              <a:ext uri="{FF2B5EF4-FFF2-40B4-BE49-F238E27FC236}">
                <a16:creationId xmlns:a16="http://schemas.microsoft.com/office/drawing/2014/main" id="{3BD1466B-D90A-B56A-D2E8-ABECC1BE9674}"/>
              </a:ext>
            </a:extLst>
          </p:cNvPr>
          <p:cNvSpPr/>
          <p:nvPr/>
        </p:nvSpPr>
        <p:spPr>
          <a:xfrm>
            <a:off x="10960372" y="6030798"/>
            <a:ext cx="210116" cy="241208"/>
          </a:xfrm>
          <a:custGeom>
            <a:avLst/>
            <a:gdLst>
              <a:gd name="connsiteX0" fmla="*/ 100926 w 210116"/>
              <a:gd name="connsiteY0" fmla="*/ 241208 h 241208"/>
              <a:gd name="connsiteX1" fmla="*/ 0 w 210116"/>
              <a:gd name="connsiteY1" fmla="*/ 148533 h 241208"/>
              <a:gd name="connsiteX2" fmla="*/ 0 w 210116"/>
              <a:gd name="connsiteY2" fmla="*/ 0 h 241208"/>
              <a:gd name="connsiteX3" fmla="*/ 55015 w 210116"/>
              <a:gd name="connsiteY3" fmla="*/ 0 h 241208"/>
              <a:gd name="connsiteX4" fmla="*/ 55015 w 210116"/>
              <a:gd name="connsiteY4" fmla="*/ 142322 h 241208"/>
              <a:gd name="connsiteX5" fmla="*/ 105471 w 210116"/>
              <a:gd name="connsiteY5" fmla="*/ 201495 h 241208"/>
              <a:gd name="connsiteX6" fmla="*/ 155941 w 210116"/>
              <a:gd name="connsiteY6" fmla="*/ 145637 h 241208"/>
              <a:gd name="connsiteX7" fmla="*/ 155941 w 210116"/>
              <a:gd name="connsiteY7" fmla="*/ 0 h 241208"/>
              <a:gd name="connsiteX8" fmla="*/ 210116 w 210116"/>
              <a:gd name="connsiteY8" fmla="*/ 0 h 241208"/>
              <a:gd name="connsiteX9" fmla="*/ 210116 w 210116"/>
              <a:gd name="connsiteY9" fmla="*/ 142322 h 241208"/>
              <a:gd name="connsiteX10" fmla="*/ 100926 w 210116"/>
              <a:gd name="connsiteY10" fmla="*/ 241208 h 241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0116" h="241208">
                <a:moveTo>
                  <a:pt x="100926" y="241208"/>
                </a:moveTo>
                <a:cubicBezTo>
                  <a:pt x="35157" y="241208"/>
                  <a:pt x="0" y="213497"/>
                  <a:pt x="0" y="148533"/>
                </a:cubicBezTo>
                <a:lnTo>
                  <a:pt x="0" y="0"/>
                </a:lnTo>
                <a:lnTo>
                  <a:pt x="55015" y="0"/>
                </a:lnTo>
                <a:lnTo>
                  <a:pt x="55015" y="142322"/>
                </a:lnTo>
                <a:cubicBezTo>
                  <a:pt x="55015" y="184526"/>
                  <a:pt x="71139" y="201495"/>
                  <a:pt x="105471" y="201495"/>
                </a:cubicBezTo>
                <a:cubicBezTo>
                  <a:pt x="136908" y="201495"/>
                  <a:pt x="155941" y="186596"/>
                  <a:pt x="155941" y="145637"/>
                </a:cubicBezTo>
                <a:lnTo>
                  <a:pt x="155941" y="0"/>
                </a:lnTo>
                <a:lnTo>
                  <a:pt x="210116" y="0"/>
                </a:lnTo>
                <a:lnTo>
                  <a:pt x="210116" y="142322"/>
                </a:lnTo>
                <a:cubicBezTo>
                  <a:pt x="210116" y="212252"/>
                  <a:pt x="164625" y="241208"/>
                  <a:pt x="100926" y="241208"/>
                </a:cubicBezTo>
              </a:path>
            </a:pathLst>
          </a:custGeom>
          <a:solidFill>
            <a:schemeClr val="bg1"/>
          </a:solidFill>
          <a:ln w="14994" cap="flat">
            <a:noFill/>
            <a:prstDash val="solid"/>
            <a:miter/>
          </a:ln>
        </p:spPr>
        <p:txBody>
          <a:bodyPr rtlCol="0" anchor="ctr"/>
          <a:lstStyle/>
          <a:p>
            <a:endParaRPr lang="nl-NL"/>
          </a:p>
        </p:txBody>
      </p:sp>
      <p:sp>
        <p:nvSpPr>
          <p:cNvPr id="23" name="Vrije vorm: vorm 22">
            <a:extLst>
              <a:ext uri="{FF2B5EF4-FFF2-40B4-BE49-F238E27FC236}">
                <a16:creationId xmlns:a16="http://schemas.microsoft.com/office/drawing/2014/main" id="{03D7E4D5-3EE6-0749-BFA6-7BA5DC89CBE8}"/>
              </a:ext>
            </a:extLst>
          </p:cNvPr>
          <p:cNvSpPr/>
          <p:nvPr/>
        </p:nvSpPr>
        <p:spPr>
          <a:xfrm>
            <a:off x="11265204" y="6030807"/>
            <a:ext cx="303167" cy="236645"/>
          </a:xfrm>
          <a:custGeom>
            <a:avLst/>
            <a:gdLst>
              <a:gd name="connsiteX0" fmla="*/ 246098 w 303167"/>
              <a:gd name="connsiteY0" fmla="*/ 236646 h 236645"/>
              <a:gd name="connsiteX1" fmla="*/ 233259 w 303167"/>
              <a:gd name="connsiteY1" fmla="*/ 59158 h 236645"/>
              <a:gd name="connsiteX2" fmla="*/ 232869 w 303167"/>
              <a:gd name="connsiteY2" fmla="*/ 59158 h 236645"/>
              <a:gd name="connsiteX3" fmla="*/ 169980 w 303167"/>
              <a:gd name="connsiteY3" fmla="*/ 236646 h 236645"/>
              <a:gd name="connsiteX4" fmla="*/ 124489 w 303167"/>
              <a:gd name="connsiteY4" fmla="*/ 236646 h 236645"/>
              <a:gd name="connsiteX5" fmla="*/ 63279 w 303167"/>
              <a:gd name="connsiteY5" fmla="*/ 59578 h 236645"/>
              <a:gd name="connsiteX6" fmla="*/ 62844 w 303167"/>
              <a:gd name="connsiteY6" fmla="*/ 59578 h 236645"/>
              <a:gd name="connsiteX7" fmla="*/ 52525 w 303167"/>
              <a:gd name="connsiteY7" fmla="*/ 236646 h 236645"/>
              <a:gd name="connsiteX8" fmla="*/ 0 w 303167"/>
              <a:gd name="connsiteY8" fmla="*/ 236646 h 236645"/>
              <a:gd name="connsiteX9" fmla="*/ 22333 w 303167"/>
              <a:gd name="connsiteY9" fmla="*/ 0 h 236645"/>
              <a:gd name="connsiteX10" fmla="*/ 94717 w 303167"/>
              <a:gd name="connsiteY10" fmla="*/ 0 h 236645"/>
              <a:gd name="connsiteX11" fmla="*/ 151786 w 303167"/>
              <a:gd name="connsiteY11" fmla="*/ 158450 h 236645"/>
              <a:gd name="connsiteX12" fmla="*/ 152206 w 303167"/>
              <a:gd name="connsiteY12" fmla="*/ 158450 h 236645"/>
              <a:gd name="connsiteX13" fmla="*/ 211766 w 303167"/>
              <a:gd name="connsiteY13" fmla="*/ 0 h 236645"/>
              <a:gd name="connsiteX14" fmla="*/ 281255 w 303167"/>
              <a:gd name="connsiteY14" fmla="*/ 0 h 236645"/>
              <a:gd name="connsiteX15" fmla="*/ 303168 w 303167"/>
              <a:gd name="connsiteY15" fmla="*/ 236646 h 236645"/>
              <a:gd name="connsiteX16" fmla="*/ 246098 w 303167"/>
              <a:gd name="connsiteY16" fmla="*/ 236646 h 236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3167" h="236645">
                <a:moveTo>
                  <a:pt x="246098" y="236646"/>
                </a:moveTo>
                <a:cubicBezTo>
                  <a:pt x="244853" y="174173"/>
                  <a:pt x="239469" y="112540"/>
                  <a:pt x="233259" y="59158"/>
                </a:cubicBezTo>
                <a:lnTo>
                  <a:pt x="232869" y="59158"/>
                </a:lnTo>
                <a:lnTo>
                  <a:pt x="169980" y="236646"/>
                </a:lnTo>
                <a:lnTo>
                  <a:pt x="124489" y="236646"/>
                </a:lnTo>
                <a:lnTo>
                  <a:pt x="63279" y="59578"/>
                </a:lnTo>
                <a:lnTo>
                  <a:pt x="62844" y="59578"/>
                </a:lnTo>
                <a:cubicBezTo>
                  <a:pt x="57070" y="112540"/>
                  <a:pt x="53350" y="174173"/>
                  <a:pt x="52525" y="236646"/>
                </a:cubicBezTo>
                <a:lnTo>
                  <a:pt x="0" y="236646"/>
                </a:lnTo>
                <a:cubicBezTo>
                  <a:pt x="2490" y="158045"/>
                  <a:pt x="9914" y="78182"/>
                  <a:pt x="22333" y="0"/>
                </a:cubicBezTo>
                <a:lnTo>
                  <a:pt x="94717" y="0"/>
                </a:lnTo>
                <a:lnTo>
                  <a:pt x="151786" y="158450"/>
                </a:lnTo>
                <a:lnTo>
                  <a:pt x="152206" y="158450"/>
                </a:lnTo>
                <a:lnTo>
                  <a:pt x="211766" y="0"/>
                </a:lnTo>
                <a:lnTo>
                  <a:pt x="281255" y="0"/>
                </a:lnTo>
                <a:cubicBezTo>
                  <a:pt x="292009" y="78182"/>
                  <a:pt x="299433" y="158045"/>
                  <a:pt x="303168" y="236646"/>
                </a:cubicBezTo>
                <a:lnTo>
                  <a:pt x="246098" y="236646"/>
                </a:lnTo>
                <a:close/>
              </a:path>
            </a:pathLst>
          </a:custGeom>
          <a:solidFill>
            <a:schemeClr val="bg1"/>
          </a:solidFill>
          <a:ln w="14994" cap="flat">
            <a:noFill/>
            <a:prstDash val="solid"/>
            <a:miter/>
          </a:ln>
        </p:spPr>
        <p:txBody>
          <a:bodyPr rtlCol="0" anchor="ctr"/>
          <a:lstStyle/>
          <a:p>
            <a:endParaRPr lang="nl-NL"/>
          </a:p>
        </p:txBody>
      </p:sp>
      <p:sp>
        <p:nvSpPr>
          <p:cNvPr id="24" name="Vrije vorm: vorm 23">
            <a:extLst>
              <a:ext uri="{FF2B5EF4-FFF2-40B4-BE49-F238E27FC236}">
                <a16:creationId xmlns:a16="http://schemas.microsoft.com/office/drawing/2014/main" id="{38C502D0-B4B8-F48B-83A5-0356E3E50B16}"/>
              </a:ext>
            </a:extLst>
          </p:cNvPr>
          <p:cNvSpPr/>
          <p:nvPr/>
        </p:nvSpPr>
        <p:spPr>
          <a:xfrm>
            <a:off x="10064410" y="5109583"/>
            <a:ext cx="756399" cy="756645"/>
          </a:xfrm>
          <a:custGeom>
            <a:avLst/>
            <a:gdLst>
              <a:gd name="connsiteX0" fmla="*/ 586221 w 756399"/>
              <a:gd name="connsiteY0" fmla="*/ 0 h 756645"/>
              <a:gd name="connsiteX1" fmla="*/ 0 w 756399"/>
              <a:gd name="connsiteY1" fmla="*/ 586435 h 756645"/>
              <a:gd name="connsiteX2" fmla="*/ 0 w 756399"/>
              <a:gd name="connsiteY2" fmla="*/ 756646 h 756645"/>
              <a:gd name="connsiteX3" fmla="*/ 332219 w 756399"/>
              <a:gd name="connsiteY3" fmla="*/ 756646 h 756645"/>
              <a:gd name="connsiteX4" fmla="*/ 756399 w 756399"/>
              <a:gd name="connsiteY4" fmla="*/ 332323 h 756645"/>
              <a:gd name="connsiteX5" fmla="*/ 756399 w 756399"/>
              <a:gd name="connsiteY5" fmla="*/ 0 h 756645"/>
              <a:gd name="connsiteX6" fmla="*/ 586221 w 756399"/>
              <a:gd name="connsiteY6" fmla="*/ 0 h 756645"/>
              <a:gd name="connsiteX7" fmla="*/ 0 w 756399"/>
              <a:gd name="connsiteY7" fmla="*/ 0 h 756645"/>
              <a:gd name="connsiteX8" fmla="*/ 0 w 756399"/>
              <a:gd name="connsiteY8" fmla="*/ 332338 h 756645"/>
              <a:gd name="connsiteX9" fmla="*/ 332204 w 756399"/>
              <a:gd name="connsiteY9" fmla="*/ 0 h 756645"/>
              <a:gd name="connsiteX10" fmla="*/ 0 w 756399"/>
              <a:gd name="connsiteY10" fmla="*/ 0 h 756645"/>
              <a:gd name="connsiteX11" fmla="*/ 756399 w 756399"/>
              <a:gd name="connsiteY11" fmla="*/ 756646 h 756645"/>
              <a:gd name="connsiteX12" fmla="*/ 756399 w 756399"/>
              <a:gd name="connsiteY12" fmla="*/ 586435 h 756645"/>
              <a:gd name="connsiteX13" fmla="*/ 586251 w 756399"/>
              <a:gd name="connsiteY13" fmla="*/ 756646 h 756645"/>
              <a:gd name="connsiteX14" fmla="*/ 756399 w 756399"/>
              <a:gd name="connsiteY14" fmla="*/ 756646 h 756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6399" h="756645">
                <a:moveTo>
                  <a:pt x="586221" y="0"/>
                </a:moveTo>
                <a:lnTo>
                  <a:pt x="0" y="586435"/>
                </a:lnTo>
                <a:lnTo>
                  <a:pt x="0" y="756646"/>
                </a:lnTo>
                <a:lnTo>
                  <a:pt x="332219" y="756646"/>
                </a:lnTo>
                <a:lnTo>
                  <a:pt x="756399" y="332323"/>
                </a:lnTo>
                <a:lnTo>
                  <a:pt x="756399" y="0"/>
                </a:lnTo>
                <a:lnTo>
                  <a:pt x="586221" y="0"/>
                </a:lnTo>
                <a:close/>
                <a:moveTo>
                  <a:pt x="0" y="0"/>
                </a:moveTo>
                <a:lnTo>
                  <a:pt x="0" y="332338"/>
                </a:lnTo>
                <a:lnTo>
                  <a:pt x="332204" y="0"/>
                </a:lnTo>
                <a:lnTo>
                  <a:pt x="0" y="0"/>
                </a:lnTo>
                <a:close/>
                <a:moveTo>
                  <a:pt x="756399" y="756646"/>
                </a:moveTo>
                <a:lnTo>
                  <a:pt x="756399" y="586435"/>
                </a:lnTo>
                <a:lnTo>
                  <a:pt x="586251" y="756646"/>
                </a:lnTo>
                <a:lnTo>
                  <a:pt x="756399" y="756646"/>
                </a:lnTo>
                <a:close/>
              </a:path>
            </a:pathLst>
          </a:custGeom>
          <a:solidFill>
            <a:schemeClr val="bg1"/>
          </a:solidFill>
          <a:ln w="14994" cap="flat">
            <a:noFill/>
            <a:prstDash val="solid"/>
            <a:miter/>
          </a:ln>
        </p:spPr>
        <p:txBody>
          <a:bodyPr rtlCol="0" anchor="ctr"/>
          <a:lstStyle/>
          <a:p>
            <a:endParaRPr lang="nl-NL"/>
          </a:p>
        </p:txBody>
      </p:sp>
      <p:graphicFrame>
        <p:nvGraphicFramePr>
          <p:cNvPr id="12" name="Tabel 11">
            <a:extLst>
              <a:ext uri="{FF2B5EF4-FFF2-40B4-BE49-F238E27FC236}">
                <a16:creationId xmlns:a16="http://schemas.microsoft.com/office/drawing/2014/main" id="{81FD4CB5-3167-082F-8D85-CA01E847436B}"/>
              </a:ext>
            </a:extLst>
          </p:cNvPr>
          <p:cNvGraphicFramePr>
            <a:graphicFrameLocks noGrp="1"/>
          </p:cNvGraphicFramePr>
          <p:nvPr userDrawn="1">
            <p:extLst>
              <p:ext uri="{D42A27DB-BD31-4B8C-83A1-F6EECF244321}">
                <p14:modId xmlns:p14="http://schemas.microsoft.com/office/powerpoint/2010/main" val="3963033610"/>
              </p:ext>
            </p:extLst>
          </p:nvPr>
        </p:nvGraphicFramePr>
        <p:xfrm>
          <a:off x="5972723" y="3827205"/>
          <a:ext cx="647602" cy="847164"/>
        </p:xfrm>
        <a:graphic>
          <a:graphicData uri="http://schemas.openxmlformats.org/drawingml/2006/table">
            <a:tbl>
              <a:tblPr>
                <a:tableStyleId>{5C22544A-7EE6-4342-B048-85BDC9FD1C3A}</a:tableStyleId>
              </a:tblPr>
              <a:tblGrid>
                <a:gridCol w="647602">
                  <a:extLst>
                    <a:ext uri="{9D8B030D-6E8A-4147-A177-3AD203B41FA5}">
                      <a16:colId xmlns:a16="http://schemas.microsoft.com/office/drawing/2014/main" val="1466305088"/>
                    </a:ext>
                  </a:extLst>
                </a:gridCol>
              </a:tblGrid>
              <a:tr h="282388">
                <a:tc>
                  <a:txBody>
                    <a:bodyPr/>
                    <a:lstStyle/>
                    <a:p>
                      <a:pPr algn="l"/>
                      <a:r>
                        <a:rPr lang="nl-NL" sz="1400" b="1">
                          <a:solidFill>
                            <a:schemeClr val="bg1"/>
                          </a:solidFill>
                          <a:effectLst>
                            <a:outerShdw blurRad="38100" dist="38100" dir="2700000" algn="tl">
                              <a:srgbClr val="000000">
                                <a:alpha val="43137"/>
                              </a:srgbClr>
                            </a:outerShdw>
                          </a:effectLst>
                          <a:latin typeface="+mj-lt"/>
                          <a:cs typeface="Segoe UI Semibold" panose="020B0702040204020203" pitchFamily="34" charset="0"/>
                        </a:rPr>
                        <a:t>Auteur</a:t>
                      </a:r>
                      <a:endParaRPr lang="nl-NL" sz="1400" b="1">
                        <a:solidFill>
                          <a:schemeClr val="bg1"/>
                        </a:solidFill>
                        <a:effectLst>
                          <a:outerShdw blurRad="38100" dist="38100" dir="2700000" algn="tl">
                            <a:srgbClr val="000000">
                              <a:alpha val="43137"/>
                            </a:srgbClr>
                          </a:outerShdw>
                        </a:effectLst>
                        <a:latin typeface="+mj-lt"/>
                        <a:ea typeface="Calibri" panose="020F0502020204030204" pitchFamily="34" charset="0"/>
                        <a:cs typeface="Segoe UI Semibold" panose="020B0702040204020203" pitchFamily="34" charset="0"/>
                      </a:endParaRPr>
                    </a:p>
                  </a:txBody>
                  <a:tcPr marL="0" marR="36000" marT="0" marB="3600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068165"/>
                  </a:ext>
                </a:extLst>
              </a:tr>
              <a:tr h="282388">
                <a:tc>
                  <a:txBody>
                    <a:bodyPr/>
                    <a:lstStyle/>
                    <a:p>
                      <a:pPr algn="l"/>
                      <a:r>
                        <a:rPr lang="nl-NL" sz="1400" b="1">
                          <a:solidFill>
                            <a:schemeClr val="bg1"/>
                          </a:solidFill>
                          <a:effectLst>
                            <a:outerShdw blurRad="38100" dist="38100" dir="2700000" algn="tl">
                              <a:srgbClr val="000000">
                                <a:alpha val="43137"/>
                              </a:srgbClr>
                            </a:outerShdw>
                          </a:effectLst>
                          <a:latin typeface="+mj-lt"/>
                          <a:cs typeface="Segoe UI Semibold" panose="020B0702040204020203" pitchFamily="34" charset="0"/>
                        </a:rPr>
                        <a:t>Datum</a:t>
                      </a:r>
                      <a:endParaRPr lang="nl-NL" sz="1400" b="1">
                        <a:solidFill>
                          <a:schemeClr val="bg1"/>
                        </a:solidFill>
                        <a:effectLst>
                          <a:outerShdw blurRad="38100" dist="38100" dir="2700000" algn="tl">
                            <a:srgbClr val="000000">
                              <a:alpha val="43137"/>
                            </a:srgbClr>
                          </a:outerShdw>
                        </a:effectLst>
                        <a:latin typeface="+mj-lt"/>
                        <a:ea typeface="Calibri" panose="020F0502020204030204" pitchFamily="34" charset="0"/>
                        <a:cs typeface="Segoe UI Semibold" panose="020B0702040204020203" pitchFamily="34" charset="0"/>
                      </a:endParaRPr>
                    </a:p>
                  </a:txBody>
                  <a:tcPr marL="0" marR="36000" marT="0" marB="3600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03549219"/>
                  </a:ext>
                </a:extLst>
              </a:tr>
              <a:tr h="282388">
                <a:tc>
                  <a:txBody>
                    <a:bodyPr/>
                    <a:lstStyle/>
                    <a:p>
                      <a:pPr algn="l"/>
                      <a:endParaRPr lang="nl-NL" sz="1400" b="1">
                        <a:solidFill>
                          <a:schemeClr val="bg1"/>
                        </a:solidFill>
                        <a:effectLst>
                          <a:outerShdw blurRad="38100" dist="38100" dir="2700000" algn="tl">
                            <a:srgbClr val="000000">
                              <a:alpha val="43137"/>
                            </a:srgbClr>
                          </a:outerShdw>
                        </a:effectLst>
                        <a:latin typeface="+mj-lt"/>
                        <a:ea typeface="Calibri" panose="020F0502020204030204" pitchFamily="34" charset="0"/>
                        <a:cs typeface="Segoe UI Semibold" panose="020B0702040204020203" pitchFamily="34" charset="0"/>
                      </a:endParaRPr>
                    </a:p>
                  </a:txBody>
                  <a:tcPr marL="0" marR="36000" marT="0" marB="3600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70756723"/>
                  </a:ext>
                </a:extLst>
              </a:tr>
            </a:tbl>
          </a:graphicData>
        </a:graphic>
      </p:graphicFrame>
      <p:sp>
        <p:nvSpPr>
          <p:cNvPr id="13" name="Tijdelijke aanduiding voor tekst 6">
            <a:extLst>
              <a:ext uri="{FF2B5EF4-FFF2-40B4-BE49-F238E27FC236}">
                <a16:creationId xmlns:a16="http://schemas.microsoft.com/office/drawing/2014/main" id="{7F808714-911C-A469-23CF-4FEE04047C29}"/>
              </a:ext>
            </a:extLst>
          </p:cNvPr>
          <p:cNvSpPr>
            <a:spLocks noGrp="1"/>
          </p:cNvSpPr>
          <p:nvPr>
            <p:ph type="body" sz="quarter" idx="21" hasCustomPrompt="1"/>
          </p:nvPr>
        </p:nvSpPr>
        <p:spPr>
          <a:xfrm>
            <a:off x="6602096" y="3832745"/>
            <a:ext cx="2653506" cy="216000"/>
          </a:xfrm>
        </p:spPr>
        <p:txBody>
          <a:bodyPr anchor="ctr">
            <a:noAutofit/>
          </a:bodyPr>
          <a:lstStyle>
            <a:lvl1pPr marL="0" indent="0">
              <a:buNone/>
              <a:defRPr sz="1400">
                <a:solidFill>
                  <a:schemeClr val="bg1"/>
                </a:solidFill>
                <a:effectLst>
                  <a:outerShdw blurRad="38100" dist="38100" dir="2700000" algn="tl">
                    <a:srgbClr val="000000">
                      <a:alpha val="43137"/>
                    </a:srgbClr>
                  </a:outerShdw>
                </a:effectLst>
                <a:latin typeface="+mj-lt"/>
              </a:defRPr>
            </a:lvl1pPr>
          </a:lstStyle>
          <a:p>
            <a:pPr lvl="0"/>
            <a:r>
              <a:rPr lang="nl-NL"/>
              <a:t>[Auteur]</a:t>
            </a:r>
          </a:p>
        </p:txBody>
      </p:sp>
      <p:sp>
        <p:nvSpPr>
          <p:cNvPr id="16" name="Tijdelijke aanduiding voor datum 15">
            <a:extLst>
              <a:ext uri="{FF2B5EF4-FFF2-40B4-BE49-F238E27FC236}">
                <a16:creationId xmlns:a16="http://schemas.microsoft.com/office/drawing/2014/main" id="{8F2794E4-629D-DAEA-7AEE-1DC722F30A35}"/>
              </a:ext>
            </a:extLst>
          </p:cNvPr>
          <p:cNvSpPr>
            <a:spLocks noGrp="1"/>
          </p:cNvSpPr>
          <p:nvPr>
            <p:ph type="dt" sz="half" idx="22"/>
          </p:nvPr>
        </p:nvSpPr>
        <p:spPr>
          <a:xfrm>
            <a:off x="6602096" y="4105752"/>
            <a:ext cx="2653506" cy="216000"/>
          </a:xfrm>
        </p:spPr>
        <p:txBody>
          <a:bodyPr/>
          <a:lstStyle>
            <a:lvl1pPr>
              <a:defRPr lang="nl-NL" sz="1400" b="0" kern="1200" smtClean="0">
                <a:solidFill>
                  <a:schemeClr val="bg1"/>
                </a:solidFill>
                <a:effectLst>
                  <a:outerShdw blurRad="38100" dist="38100" dir="2700000" algn="tl">
                    <a:srgbClr val="000000">
                      <a:alpha val="43137"/>
                    </a:srgbClr>
                  </a:outerShdw>
                </a:effectLst>
                <a:latin typeface="+mj-lt"/>
                <a:ea typeface="+mn-ea"/>
                <a:cs typeface="+mn-cs"/>
              </a:defRPr>
            </a:lvl1pPr>
          </a:lstStyle>
          <a:p>
            <a:fld id="{A2D4CE28-2779-4906-957D-A173F7999FCA}" type="datetime1">
              <a:rPr lang="nl-NL" smtClean="0"/>
              <a:pPr/>
              <a:t>6-11-2025</a:t>
            </a:fld>
            <a:endParaRPr lang="nl-NL"/>
          </a:p>
        </p:txBody>
      </p:sp>
      <p:sp>
        <p:nvSpPr>
          <p:cNvPr id="17" name="Tijdelijke aanduiding voor voettekst 16">
            <a:extLst>
              <a:ext uri="{FF2B5EF4-FFF2-40B4-BE49-F238E27FC236}">
                <a16:creationId xmlns:a16="http://schemas.microsoft.com/office/drawing/2014/main" id="{8646DEB4-B83C-06CE-1799-0319DAC6E1F8}"/>
              </a:ext>
            </a:extLst>
          </p:cNvPr>
          <p:cNvSpPr>
            <a:spLocks noGrp="1"/>
          </p:cNvSpPr>
          <p:nvPr>
            <p:ph type="ftr" sz="quarter" idx="23"/>
          </p:nvPr>
        </p:nvSpPr>
        <p:spPr>
          <a:xfrm>
            <a:off x="2411186" y="6863442"/>
            <a:ext cx="8588828" cy="365125"/>
          </a:xfrm>
        </p:spPr>
        <p:txBody>
          <a:bodyPr/>
          <a:lstStyle/>
          <a:p>
            <a:endParaRPr lang="nl-NL"/>
          </a:p>
        </p:txBody>
      </p:sp>
      <p:sp>
        <p:nvSpPr>
          <p:cNvPr id="18" name="Tijdelijke aanduiding voor dianummer 17">
            <a:extLst>
              <a:ext uri="{FF2B5EF4-FFF2-40B4-BE49-F238E27FC236}">
                <a16:creationId xmlns:a16="http://schemas.microsoft.com/office/drawing/2014/main" id="{D343DFAA-0AA6-804A-1BC4-D7EE73A5FFD4}"/>
              </a:ext>
            </a:extLst>
          </p:cNvPr>
          <p:cNvSpPr>
            <a:spLocks noGrp="1"/>
          </p:cNvSpPr>
          <p:nvPr>
            <p:ph type="sldNum" sz="quarter" idx="24"/>
          </p:nvPr>
        </p:nvSpPr>
        <p:spPr>
          <a:xfrm>
            <a:off x="11119757" y="6863442"/>
            <a:ext cx="768135" cy="365125"/>
          </a:xfrm>
        </p:spPr>
        <p:txBody>
          <a:bodyPr/>
          <a:lstStyle/>
          <a:p>
            <a:fld id="{A648B885-FF76-47CB-8BBD-27E7EBF07CA9}" type="slidenum">
              <a:rPr lang="nl-NL" smtClean="0"/>
              <a:pPr/>
              <a:t>‹nr.›</a:t>
            </a:fld>
            <a:endParaRPr lang="nl-NL"/>
          </a:p>
        </p:txBody>
      </p:sp>
    </p:spTree>
    <p:extLst>
      <p:ext uri="{BB962C8B-B14F-4D97-AF65-F5344CB8AC3E}">
        <p14:creationId xmlns:p14="http://schemas.microsoft.com/office/powerpoint/2010/main" val="4201149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dia foto lichter">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17" name="Rechthoek 16">
            <a:extLst>
              <a:ext uri="{FF2B5EF4-FFF2-40B4-BE49-F238E27FC236}">
                <a16:creationId xmlns:a16="http://schemas.microsoft.com/office/drawing/2014/main" id="{5509B7C7-5037-12EB-2D66-C5F3D1469656}"/>
              </a:ext>
            </a:extLst>
          </p:cNvPr>
          <p:cNvSpPr/>
          <p:nvPr userDrawn="1"/>
        </p:nvSpPr>
        <p:spPr>
          <a:xfrm>
            <a:off x="0" y="0"/>
            <a:ext cx="12192000" cy="6858000"/>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Gelijkbenige driehoek 8">
            <a:extLst>
              <a:ext uri="{FF2B5EF4-FFF2-40B4-BE49-F238E27FC236}">
                <a16:creationId xmlns:a16="http://schemas.microsoft.com/office/drawing/2014/main" id="{FBED7AAB-CDAA-72E0-3A43-540D621F3688}"/>
              </a:ext>
            </a:extLst>
          </p:cNvPr>
          <p:cNvSpPr/>
          <p:nvPr userDrawn="1"/>
        </p:nvSpPr>
        <p:spPr>
          <a:xfrm>
            <a:off x="1753986" y="4031673"/>
            <a:ext cx="5505341" cy="2826326"/>
          </a:xfrm>
          <a:prstGeom prst="triangle">
            <a:avLst/>
          </a:prstGeom>
          <a:solidFill>
            <a:schemeClr val="accent3">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 name="Vrije vorm: vorm 6">
            <a:extLst>
              <a:ext uri="{FF2B5EF4-FFF2-40B4-BE49-F238E27FC236}">
                <a16:creationId xmlns:a16="http://schemas.microsoft.com/office/drawing/2014/main" id="{91BD37D6-B25E-967C-E52E-4F310795267C}"/>
              </a:ext>
              <a:ext uri="{C183D7F6-B498-43B3-948B-1728B52AA6E4}">
                <adec:decorative xmlns:adec="http://schemas.microsoft.com/office/drawing/2017/decorative" val="1"/>
              </a:ext>
            </a:extLst>
          </p:cNvPr>
          <p:cNvSpPr/>
          <p:nvPr userDrawn="1"/>
        </p:nvSpPr>
        <p:spPr>
          <a:xfrm>
            <a:off x="0" y="0"/>
            <a:ext cx="5838825" cy="5842635"/>
          </a:xfrm>
          <a:custGeom>
            <a:avLst/>
            <a:gdLst>
              <a:gd name="connsiteX0" fmla="*/ 5841340 w 5841339"/>
              <a:gd name="connsiteY0" fmla="*/ 0 h 5841720"/>
              <a:gd name="connsiteX1" fmla="*/ 3301403 w 5841339"/>
              <a:gd name="connsiteY1" fmla="*/ 0 h 5841720"/>
              <a:gd name="connsiteX2" fmla="*/ 1655826 w 5841339"/>
              <a:gd name="connsiteY2" fmla="*/ 1645666 h 5841720"/>
              <a:gd name="connsiteX3" fmla="*/ 10268 w 5841339"/>
              <a:gd name="connsiteY3" fmla="*/ 0 h 5841720"/>
              <a:gd name="connsiteX4" fmla="*/ 0 w 5841339"/>
              <a:gd name="connsiteY4" fmla="*/ 0 h 5841720"/>
              <a:gd name="connsiteX5" fmla="*/ 0 w 5841339"/>
              <a:gd name="connsiteY5" fmla="*/ 5841721 h 5841720"/>
              <a:gd name="connsiteX6" fmla="*/ 5841340 w 5841339"/>
              <a:gd name="connsiteY6" fmla="*/ 0 h 5841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41339" h="5841720">
                <a:moveTo>
                  <a:pt x="5841340" y="0"/>
                </a:moveTo>
                <a:lnTo>
                  <a:pt x="3301403" y="0"/>
                </a:lnTo>
                <a:lnTo>
                  <a:pt x="1655826" y="1645666"/>
                </a:lnTo>
                <a:lnTo>
                  <a:pt x="10268" y="0"/>
                </a:lnTo>
                <a:lnTo>
                  <a:pt x="0" y="0"/>
                </a:lnTo>
                <a:lnTo>
                  <a:pt x="0" y="5841721"/>
                </a:lnTo>
                <a:lnTo>
                  <a:pt x="5841340" y="0"/>
                </a:lnTo>
                <a:close/>
              </a:path>
            </a:pathLst>
          </a:custGeom>
          <a:solidFill>
            <a:srgbClr val="0085C6">
              <a:alpha val="74902"/>
            </a:srgbClr>
          </a:solidFill>
          <a:ln w="1269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nl-NL"/>
          </a:p>
        </p:txBody>
      </p:sp>
      <p:pic>
        <p:nvPicPr>
          <p:cNvPr id="11" name="ArtworkLogo">
            <a:extLst>
              <a:ext uri="{FF2B5EF4-FFF2-40B4-BE49-F238E27FC236}">
                <a16:creationId xmlns:a16="http://schemas.microsoft.com/office/drawing/2014/main" id="{38D7E1FD-7211-CAFB-5BBB-84396CB6CA3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75617" y="5109583"/>
            <a:ext cx="2324793" cy="1185262"/>
          </a:xfrm>
          <a:prstGeom prst="rect">
            <a:avLst/>
          </a:prstGeom>
        </p:spPr>
      </p:pic>
      <p:sp>
        <p:nvSpPr>
          <p:cNvPr id="10" name="Titel 1">
            <a:extLst>
              <a:ext uri="{FF2B5EF4-FFF2-40B4-BE49-F238E27FC236}">
                <a16:creationId xmlns:a16="http://schemas.microsoft.com/office/drawing/2014/main" id="{9039E0F1-48CC-FF77-2B9F-F114BA527AE7}"/>
              </a:ext>
            </a:extLst>
          </p:cNvPr>
          <p:cNvSpPr>
            <a:spLocks noGrp="1"/>
          </p:cNvSpPr>
          <p:nvPr>
            <p:ph type="ctrTitle"/>
          </p:nvPr>
        </p:nvSpPr>
        <p:spPr>
          <a:xfrm>
            <a:off x="5877012" y="423332"/>
            <a:ext cx="5976321" cy="2002965"/>
          </a:xfrm>
        </p:spPr>
        <p:txBody>
          <a:bodyPr anchor="b">
            <a:normAutofit/>
          </a:bodyPr>
          <a:lstStyle>
            <a:lvl1pPr algn="l">
              <a:defRPr sz="4800">
                <a:solidFill>
                  <a:schemeClr val="tx2"/>
                </a:solidFill>
                <a:effectLst/>
              </a:defRPr>
            </a:lvl1pPr>
          </a:lstStyle>
          <a:p>
            <a:r>
              <a:rPr lang="nl-NL"/>
              <a:t>Klik om stijl te bewerken</a:t>
            </a:r>
          </a:p>
        </p:txBody>
      </p:sp>
      <p:sp>
        <p:nvSpPr>
          <p:cNvPr id="12" name="Ondertitel 2">
            <a:extLst>
              <a:ext uri="{FF2B5EF4-FFF2-40B4-BE49-F238E27FC236}">
                <a16:creationId xmlns:a16="http://schemas.microsoft.com/office/drawing/2014/main" id="{597E7F16-E22E-5F37-411D-943E40470849}"/>
              </a:ext>
            </a:extLst>
          </p:cNvPr>
          <p:cNvSpPr>
            <a:spLocks noGrp="1"/>
          </p:cNvSpPr>
          <p:nvPr>
            <p:ph type="subTitle" idx="1"/>
          </p:nvPr>
        </p:nvSpPr>
        <p:spPr>
          <a:xfrm>
            <a:off x="5877013" y="2518373"/>
            <a:ext cx="4826924" cy="1122074"/>
          </a:xfrm>
        </p:spPr>
        <p:txBody>
          <a:bodyPr/>
          <a:lstStyle>
            <a:lvl1pPr marL="0" indent="0" algn="l">
              <a:buNone/>
              <a:defRPr sz="2400">
                <a:solidFill>
                  <a:schemeClr val="tx2"/>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graphicFrame>
        <p:nvGraphicFramePr>
          <p:cNvPr id="13" name="Tabel 12">
            <a:extLst>
              <a:ext uri="{FF2B5EF4-FFF2-40B4-BE49-F238E27FC236}">
                <a16:creationId xmlns:a16="http://schemas.microsoft.com/office/drawing/2014/main" id="{18716C2A-073D-16EF-4885-E0AD11F5BBF7}"/>
              </a:ext>
            </a:extLst>
          </p:cNvPr>
          <p:cNvGraphicFramePr>
            <a:graphicFrameLocks noGrp="1"/>
          </p:cNvGraphicFramePr>
          <p:nvPr userDrawn="1">
            <p:extLst>
              <p:ext uri="{D42A27DB-BD31-4B8C-83A1-F6EECF244321}">
                <p14:modId xmlns:p14="http://schemas.microsoft.com/office/powerpoint/2010/main" val="3006617146"/>
              </p:ext>
            </p:extLst>
          </p:nvPr>
        </p:nvGraphicFramePr>
        <p:xfrm>
          <a:off x="5972723" y="3827205"/>
          <a:ext cx="647602" cy="847164"/>
        </p:xfrm>
        <a:graphic>
          <a:graphicData uri="http://schemas.openxmlformats.org/drawingml/2006/table">
            <a:tbl>
              <a:tblPr>
                <a:tableStyleId>{5C22544A-7EE6-4342-B048-85BDC9FD1C3A}</a:tableStyleId>
              </a:tblPr>
              <a:tblGrid>
                <a:gridCol w="647602">
                  <a:extLst>
                    <a:ext uri="{9D8B030D-6E8A-4147-A177-3AD203B41FA5}">
                      <a16:colId xmlns:a16="http://schemas.microsoft.com/office/drawing/2014/main" val="1466305088"/>
                    </a:ext>
                  </a:extLst>
                </a:gridCol>
              </a:tblGrid>
              <a:tr h="282388">
                <a:tc>
                  <a:txBody>
                    <a:bodyPr/>
                    <a:lstStyle/>
                    <a:p>
                      <a:pPr algn="l"/>
                      <a:r>
                        <a:rPr lang="nl-NL" sz="1400" b="1">
                          <a:solidFill>
                            <a:schemeClr val="tx2"/>
                          </a:solidFill>
                          <a:effectLst/>
                          <a:latin typeface="+mj-lt"/>
                          <a:cs typeface="Segoe UI Semibold" panose="020B0702040204020203" pitchFamily="34" charset="0"/>
                        </a:rPr>
                        <a:t>Auteur</a:t>
                      </a:r>
                      <a:endParaRPr lang="nl-NL" sz="1400" b="1">
                        <a:solidFill>
                          <a:schemeClr val="tx2"/>
                        </a:solidFill>
                        <a:effectLst/>
                        <a:latin typeface="+mj-lt"/>
                        <a:ea typeface="Calibri" panose="020F0502020204030204" pitchFamily="34" charset="0"/>
                        <a:cs typeface="Segoe UI Semibold" panose="020B0702040204020203" pitchFamily="34" charset="0"/>
                      </a:endParaRPr>
                    </a:p>
                  </a:txBody>
                  <a:tcPr marL="0" marR="36000" marT="0" marB="3600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068165"/>
                  </a:ext>
                </a:extLst>
              </a:tr>
              <a:tr h="282388">
                <a:tc>
                  <a:txBody>
                    <a:bodyPr/>
                    <a:lstStyle/>
                    <a:p>
                      <a:pPr algn="l"/>
                      <a:r>
                        <a:rPr lang="nl-NL" sz="1400" b="1">
                          <a:solidFill>
                            <a:schemeClr val="tx2"/>
                          </a:solidFill>
                          <a:effectLst/>
                          <a:latin typeface="+mj-lt"/>
                          <a:cs typeface="Segoe UI Semibold" panose="020B0702040204020203" pitchFamily="34" charset="0"/>
                        </a:rPr>
                        <a:t>Datum</a:t>
                      </a:r>
                      <a:endParaRPr lang="nl-NL" sz="1400" b="1">
                        <a:solidFill>
                          <a:schemeClr val="tx2"/>
                        </a:solidFill>
                        <a:effectLst/>
                        <a:latin typeface="+mj-lt"/>
                        <a:ea typeface="Calibri" panose="020F0502020204030204" pitchFamily="34" charset="0"/>
                        <a:cs typeface="Segoe UI Semibold" panose="020B0702040204020203" pitchFamily="34" charset="0"/>
                      </a:endParaRPr>
                    </a:p>
                  </a:txBody>
                  <a:tcPr marL="0" marR="36000" marT="0" marB="3600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03549219"/>
                  </a:ext>
                </a:extLst>
              </a:tr>
              <a:tr h="282388">
                <a:tc>
                  <a:txBody>
                    <a:bodyPr/>
                    <a:lstStyle/>
                    <a:p>
                      <a:pPr algn="l"/>
                      <a:endParaRPr lang="nl-NL" sz="1400" b="1">
                        <a:solidFill>
                          <a:schemeClr val="tx2"/>
                        </a:solidFill>
                        <a:effectLst/>
                        <a:latin typeface="+mj-lt"/>
                        <a:ea typeface="Calibri" panose="020F0502020204030204" pitchFamily="34" charset="0"/>
                        <a:cs typeface="Segoe UI Semibold" panose="020B0702040204020203" pitchFamily="34" charset="0"/>
                      </a:endParaRPr>
                    </a:p>
                  </a:txBody>
                  <a:tcPr marL="0" marR="36000" marT="0" marB="3600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70756723"/>
                  </a:ext>
                </a:extLst>
              </a:tr>
            </a:tbl>
          </a:graphicData>
        </a:graphic>
      </p:graphicFrame>
      <p:sp>
        <p:nvSpPr>
          <p:cNvPr id="14" name="Tijdelijke aanduiding voor tekst 6">
            <a:extLst>
              <a:ext uri="{FF2B5EF4-FFF2-40B4-BE49-F238E27FC236}">
                <a16:creationId xmlns:a16="http://schemas.microsoft.com/office/drawing/2014/main" id="{C23177D5-467B-5ED9-E89C-75F22ECC051A}"/>
              </a:ext>
            </a:extLst>
          </p:cNvPr>
          <p:cNvSpPr>
            <a:spLocks noGrp="1"/>
          </p:cNvSpPr>
          <p:nvPr>
            <p:ph type="body" sz="quarter" idx="21" hasCustomPrompt="1"/>
          </p:nvPr>
        </p:nvSpPr>
        <p:spPr>
          <a:xfrm>
            <a:off x="6602096" y="3832745"/>
            <a:ext cx="2653506" cy="216000"/>
          </a:xfrm>
        </p:spPr>
        <p:txBody>
          <a:bodyPr anchor="ctr">
            <a:noAutofit/>
          </a:bodyPr>
          <a:lstStyle>
            <a:lvl1pPr marL="0" indent="0">
              <a:buNone/>
              <a:defRPr sz="1400">
                <a:solidFill>
                  <a:schemeClr val="tx2"/>
                </a:solidFill>
                <a:effectLst/>
                <a:latin typeface="+mj-lt"/>
              </a:defRPr>
            </a:lvl1pPr>
          </a:lstStyle>
          <a:p>
            <a:pPr lvl="0"/>
            <a:r>
              <a:rPr lang="nl-NL"/>
              <a:t>[Auteur]</a:t>
            </a:r>
          </a:p>
        </p:txBody>
      </p:sp>
      <p:sp>
        <p:nvSpPr>
          <p:cNvPr id="2" name="Tijdelijke aanduiding voor datum 1">
            <a:extLst>
              <a:ext uri="{FF2B5EF4-FFF2-40B4-BE49-F238E27FC236}">
                <a16:creationId xmlns:a16="http://schemas.microsoft.com/office/drawing/2014/main" id="{56F841BB-C5FE-4709-DC70-04383DC7E4A8}"/>
              </a:ext>
            </a:extLst>
          </p:cNvPr>
          <p:cNvSpPr>
            <a:spLocks noGrp="1"/>
          </p:cNvSpPr>
          <p:nvPr>
            <p:ph type="dt" sz="half" idx="26"/>
          </p:nvPr>
        </p:nvSpPr>
        <p:spPr>
          <a:xfrm>
            <a:off x="6602096" y="4127886"/>
            <a:ext cx="1981596" cy="184616"/>
          </a:xfrm>
        </p:spPr>
        <p:txBody>
          <a:bodyPr/>
          <a:lstStyle>
            <a:lvl1pPr>
              <a:defRPr sz="1400" b="0">
                <a:solidFill>
                  <a:schemeClr val="tx2"/>
                </a:solidFill>
              </a:defRPr>
            </a:lvl1pPr>
          </a:lstStyle>
          <a:p>
            <a:fld id="{002A0C75-8C73-4BC2-A110-8B70C26DE224}" type="datetime1">
              <a:rPr lang="nl-NL" smtClean="0"/>
              <a:pPr/>
              <a:t>6-11-2025</a:t>
            </a:fld>
            <a:endParaRPr lang="nl-NL"/>
          </a:p>
        </p:txBody>
      </p:sp>
      <p:sp>
        <p:nvSpPr>
          <p:cNvPr id="3" name="Tijdelijke aanduiding voor voettekst 2">
            <a:extLst>
              <a:ext uri="{FF2B5EF4-FFF2-40B4-BE49-F238E27FC236}">
                <a16:creationId xmlns:a16="http://schemas.microsoft.com/office/drawing/2014/main" id="{2C58BC21-08B5-9740-1E7D-0B157197D2FC}"/>
              </a:ext>
            </a:extLst>
          </p:cNvPr>
          <p:cNvSpPr>
            <a:spLocks noGrp="1"/>
          </p:cNvSpPr>
          <p:nvPr>
            <p:ph type="ftr" sz="quarter" idx="27"/>
          </p:nvPr>
        </p:nvSpPr>
        <p:spPr>
          <a:xfrm>
            <a:off x="2411187" y="6927292"/>
            <a:ext cx="8588828" cy="184616"/>
          </a:xfrm>
        </p:spPr>
        <p:txBody>
          <a:bodyPr/>
          <a:lstStyle/>
          <a:p>
            <a:endParaRPr lang="nl-NL"/>
          </a:p>
        </p:txBody>
      </p:sp>
      <p:sp>
        <p:nvSpPr>
          <p:cNvPr id="4" name="Tijdelijke aanduiding voor dianummer 3">
            <a:extLst>
              <a:ext uri="{FF2B5EF4-FFF2-40B4-BE49-F238E27FC236}">
                <a16:creationId xmlns:a16="http://schemas.microsoft.com/office/drawing/2014/main" id="{08572001-2FAD-178C-FEBB-1598D2C9FA18}"/>
              </a:ext>
            </a:extLst>
          </p:cNvPr>
          <p:cNvSpPr>
            <a:spLocks noGrp="1"/>
          </p:cNvSpPr>
          <p:nvPr>
            <p:ph type="sldNum" sz="quarter" idx="28"/>
          </p:nvPr>
        </p:nvSpPr>
        <p:spPr>
          <a:xfrm>
            <a:off x="11085198" y="6927292"/>
            <a:ext cx="768135" cy="184616"/>
          </a:xfrm>
        </p:spPr>
        <p:txBody>
          <a:bodyPr/>
          <a:lstStyle/>
          <a:p>
            <a:fld id="{A648B885-FF76-47CB-8BBD-27E7EBF07CA9}" type="slidenum">
              <a:rPr lang="nl-NL" smtClean="0"/>
              <a:pPr/>
              <a:t>‹nr.›</a:t>
            </a:fld>
            <a:endParaRPr lang="nl-NL"/>
          </a:p>
        </p:txBody>
      </p:sp>
    </p:spTree>
    <p:extLst>
      <p:ext uri="{BB962C8B-B14F-4D97-AF65-F5344CB8AC3E}">
        <p14:creationId xmlns:p14="http://schemas.microsoft.com/office/powerpoint/2010/main" val="2640482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dia zonder foto">
    <p:spTree>
      <p:nvGrpSpPr>
        <p:cNvPr id="1" name=""/>
        <p:cNvGrpSpPr/>
        <p:nvPr/>
      </p:nvGrpSpPr>
      <p:grpSpPr>
        <a:xfrm>
          <a:off x="0" y="0"/>
          <a:ext cx="0" cy="0"/>
          <a:chOff x="0" y="0"/>
          <a:chExt cx="0" cy="0"/>
        </a:xfrm>
      </p:grpSpPr>
      <p:sp>
        <p:nvSpPr>
          <p:cNvPr id="9" name="Gelijkbenige driehoek 8">
            <a:extLst>
              <a:ext uri="{FF2B5EF4-FFF2-40B4-BE49-F238E27FC236}">
                <a16:creationId xmlns:a16="http://schemas.microsoft.com/office/drawing/2014/main" id="{FBED7AAB-CDAA-72E0-3A43-540D621F3688}"/>
              </a:ext>
            </a:extLst>
          </p:cNvPr>
          <p:cNvSpPr/>
          <p:nvPr userDrawn="1"/>
        </p:nvSpPr>
        <p:spPr>
          <a:xfrm>
            <a:off x="1753986" y="4031673"/>
            <a:ext cx="5505341" cy="2826326"/>
          </a:xfrm>
          <a:prstGeom prst="triangle">
            <a:avLst/>
          </a:prstGeom>
          <a:solidFill>
            <a:schemeClr val="accent3">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 name="Tijdelijke aanduiding voor voettekst 4">
            <a:extLst>
              <a:ext uri="{FF2B5EF4-FFF2-40B4-BE49-F238E27FC236}">
                <a16:creationId xmlns:a16="http://schemas.microsoft.com/office/drawing/2014/main" id="{AAE88A44-0518-7593-2358-9798869F50B2}"/>
              </a:ext>
            </a:extLst>
          </p:cNvPr>
          <p:cNvSpPr>
            <a:spLocks noGrp="1"/>
          </p:cNvSpPr>
          <p:nvPr>
            <p:ph type="ftr" sz="quarter" idx="11"/>
          </p:nvPr>
        </p:nvSpPr>
        <p:spPr>
          <a:xfrm>
            <a:off x="2411186" y="6863443"/>
            <a:ext cx="8588828" cy="365125"/>
          </a:xfrm>
        </p:spPr>
        <p:txBody>
          <a:bodyPr/>
          <a:lstStyle>
            <a:lvl1pPr>
              <a:defRPr>
                <a:solidFill>
                  <a:schemeClr val="accent3"/>
                </a:solidFill>
              </a:defRPr>
            </a:lvl1pPr>
          </a:lstStyle>
          <a:p>
            <a:endParaRPr lang="nl-NL"/>
          </a:p>
        </p:txBody>
      </p:sp>
      <p:sp>
        <p:nvSpPr>
          <p:cNvPr id="6" name="Tijdelijke aanduiding voor dianummer 5">
            <a:extLst>
              <a:ext uri="{FF2B5EF4-FFF2-40B4-BE49-F238E27FC236}">
                <a16:creationId xmlns:a16="http://schemas.microsoft.com/office/drawing/2014/main" id="{E1E47005-03CE-1172-0884-71CE6F5D31AC}"/>
              </a:ext>
            </a:extLst>
          </p:cNvPr>
          <p:cNvSpPr>
            <a:spLocks noGrp="1"/>
          </p:cNvSpPr>
          <p:nvPr>
            <p:ph type="sldNum" sz="quarter" idx="12"/>
          </p:nvPr>
        </p:nvSpPr>
        <p:spPr>
          <a:xfrm>
            <a:off x="11119757" y="6865861"/>
            <a:ext cx="768135" cy="365125"/>
          </a:xfrm>
        </p:spPr>
        <p:txBody>
          <a:bodyPr/>
          <a:lstStyle>
            <a:lvl1pPr>
              <a:defRPr>
                <a:solidFill>
                  <a:schemeClr val="accent3"/>
                </a:solidFill>
              </a:defRPr>
            </a:lvl1pPr>
          </a:lstStyle>
          <a:p>
            <a:fld id="{A648B885-FF76-47CB-8BBD-27E7EBF07CA9}" type="slidenum">
              <a:rPr lang="nl-NL" smtClean="0"/>
              <a:pPr/>
              <a:t>‹nr.›</a:t>
            </a:fld>
            <a:endParaRPr lang="nl-NL"/>
          </a:p>
        </p:txBody>
      </p:sp>
      <p:sp>
        <p:nvSpPr>
          <p:cNvPr id="7" name="Vrije vorm: vorm 6">
            <a:extLst>
              <a:ext uri="{FF2B5EF4-FFF2-40B4-BE49-F238E27FC236}">
                <a16:creationId xmlns:a16="http://schemas.microsoft.com/office/drawing/2014/main" id="{91BD37D6-B25E-967C-E52E-4F310795267C}"/>
              </a:ext>
              <a:ext uri="{C183D7F6-B498-43B3-948B-1728B52AA6E4}">
                <adec:decorative xmlns:adec="http://schemas.microsoft.com/office/drawing/2017/decorative" val="1"/>
              </a:ext>
            </a:extLst>
          </p:cNvPr>
          <p:cNvSpPr/>
          <p:nvPr userDrawn="1"/>
        </p:nvSpPr>
        <p:spPr>
          <a:xfrm>
            <a:off x="0" y="0"/>
            <a:ext cx="5838825" cy="5842635"/>
          </a:xfrm>
          <a:custGeom>
            <a:avLst/>
            <a:gdLst>
              <a:gd name="connsiteX0" fmla="*/ 5841340 w 5841339"/>
              <a:gd name="connsiteY0" fmla="*/ 0 h 5841720"/>
              <a:gd name="connsiteX1" fmla="*/ 3301403 w 5841339"/>
              <a:gd name="connsiteY1" fmla="*/ 0 h 5841720"/>
              <a:gd name="connsiteX2" fmla="*/ 1655826 w 5841339"/>
              <a:gd name="connsiteY2" fmla="*/ 1645666 h 5841720"/>
              <a:gd name="connsiteX3" fmla="*/ 10268 w 5841339"/>
              <a:gd name="connsiteY3" fmla="*/ 0 h 5841720"/>
              <a:gd name="connsiteX4" fmla="*/ 0 w 5841339"/>
              <a:gd name="connsiteY4" fmla="*/ 0 h 5841720"/>
              <a:gd name="connsiteX5" fmla="*/ 0 w 5841339"/>
              <a:gd name="connsiteY5" fmla="*/ 5841721 h 5841720"/>
              <a:gd name="connsiteX6" fmla="*/ 5841340 w 5841339"/>
              <a:gd name="connsiteY6" fmla="*/ 0 h 5841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41339" h="5841720">
                <a:moveTo>
                  <a:pt x="5841340" y="0"/>
                </a:moveTo>
                <a:lnTo>
                  <a:pt x="3301403" y="0"/>
                </a:lnTo>
                <a:lnTo>
                  <a:pt x="1655826" y="1645666"/>
                </a:lnTo>
                <a:lnTo>
                  <a:pt x="10268" y="0"/>
                </a:lnTo>
                <a:lnTo>
                  <a:pt x="0" y="0"/>
                </a:lnTo>
                <a:lnTo>
                  <a:pt x="0" y="5841721"/>
                </a:lnTo>
                <a:lnTo>
                  <a:pt x="5841340" y="0"/>
                </a:lnTo>
                <a:close/>
              </a:path>
            </a:pathLst>
          </a:custGeom>
          <a:solidFill>
            <a:srgbClr val="0085C6">
              <a:alpha val="74902"/>
            </a:srgbClr>
          </a:solidFill>
          <a:ln w="1269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nl-NL"/>
          </a:p>
        </p:txBody>
      </p:sp>
      <p:pic>
        <p:nvPicPr>
          <p:cNvPr id="10" name="ArtworkLogo">
            <a:extLst>
              <a:ext uri="{FF2B5EF4-FFF2-40B4-BE49-F238E27FC236}">
                <a16:creationId xmlns:a16="http://schemas.microsoft.com/office/drawing/2014/main" id="{194D9AE6-EEA9-67DA-1E28-74BBFD1DB53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75617" y="5109583"/>
            <a:ext cx="2324793" cy="1185262"/>
          </a:xfrm>
          <a:prstGeom prst="rect">
            <a:avLst/>
          </a:prstGeom>
        </p:spPr>
      </p:pic>
      <p:sp>
        <p:nvSpPr>
          <p:cNvPr id="11" name="Titel 1">
            <a:extLst>
              <a:ext uri="{FF2B5EF4-FFF2-40B4-BE49-F238E27FC236}">
                <a16:creationId xmlns:a16="http://schemas.microsoft.com/office/drawing/2014/main" id="{124A8B8A-5A12-77BC-D52C-3D92C108CCC1}"/>
              </a:ext>
            </a:extLst>
          </p:cNvPr>
          <p:cNvSpPr>
            <a:spLocks noGrp="1"/>
          </p:cNvSpPr>
          <p:nvPr>
            <p:ph type="ctrTitle"/>
          </p:nvPr>
        </p:nvSpPr>
        <p:spPr>
          <a:xfrm>
            <a:off x="5877012" y="423332"/>
            <a:ext cx="5976321" cy="2002965"/>
          </a:xfrm>
        </p:spPr>
        <p:txBody>
          <a:bodyPr anchor="b">
            <a:normAutofit/>
          </a:bodyPr>
          <a:lstStyle>
            <a:lvl1pPr algn="l">
              <a:defRPr sz="4800">
                <a:solidFill>
                  <a:schemeClr val="accent3"/>
                </a:solidFill>
                <a:effectLst/>
              </a:defRPr>
            </a:lvl1pPr>
          </a:lstStyle>
          <a:p>
            <a:r>
              <a:rPr lang="nl-NL"/>
              <a:t>Klik om stijl te bewerken</a:t>
            </a:r>
          </a:p>
        </p:txBody>
      </p:sp>
      <p:sp>
        <p:nvSpPr>
          <p:cNvPr id="12" name="Ondertitel 2">
            <a:extLst>
              <a:ext uri="{FF2B5EF4-FFF2-40B4-BE49-F238E27FC236}">
                <a16:creationId xmlns:a16="http://schemas.microsoft.com/office/drawing/2014/main" id="{844E863F-F9EF-7570-3F26-F8FBEC0B2255}"/>
              </a:ext>
            </a:extLst>
          </p:cNvPr>
          <p:cNvSpPr>
            <a:spLocks noGrp="1"/>
          </p:cNvSpPr>
          <p:nvPr>
            <p:ph type="subTitle" idx="1"/>
          </p:nvPr>
        </p:nvSpPr>
        <p:spPr>
          <a:xfrm>
            <a:off x="5877013" y="2518373"/>
            <a:ext cx="4826924" cy="1122074"/>
          </a:xfrm>
        </p:spPr>
        <p:txBody>
          <a:bodyPr/>
          <a:lstStyle>
            <a:lvl1pPr marL="0" indent="0" algn="l">
              <a:buNone/>
              <a:defRPr sz="2400">
                <a:solidFill>
                  <a:schemeClr val="tx2"/>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graphicFrame>
        <p:nvGraphicFramePr>
          <p:cNvPr id="13" name="Tabel 12">
            <a:extLst>
              <a:ext uri="{FF2B5EF4-FFF2-40B4-BE49-F238E27FC236}">
                <a16:creationId xmlns:a16="http://schemas.microsoft.com/office/drawing/2014/main" id="{AA9BA80B-FC9C-A07E-26AC-C724F6640AA3}"/>
              </a:ext>
            </a:extLst>
          </p:cNvPr>
          <p:cNvGraphicFramePr>
            <a:graphicFrameLocks noGrp="1"/>
          </p:cNvGraphicFramePr>
          <p:nvPr userDrawn="1">
            <p:extLst>
              <p:ext uri="{D42A27DB-BD31-4B8C-83A1-F6EECF244321}">
                <p14:modId xmlns:p14="http://schemas.microsoft.com/office/powerpoint/2010/main" val="1684564836"/>
              </p:ext>
            </p:extLst>
          </p:nvPr>
        </p:nvGraphicFramePr>
        <p:xfrm>
          <a:off x="5972723" y="3827205"/>
          <a:ext cx="647602" cy="847164"/>
        </p:xfrm>
        <a:graphic>
          <a:graphicData uri="http://schemas.openxmlformats.org/drawingml/2006/table">
            <a:tbl>
              <a:tblPr>
                <a:tableStyleId>{5C22544A-7EE6-4342-B048-85BDC9FD1C3A}</a:tableStyleId>
              </a:tblPr>
              <a:tblGrid>
                <a:gridCol w="647602">
                  <a:extLst>
                    <a:ext uri="{9D8B030D-6E8A-4147-A177-3AD203B41FA5}">
                      <a16:colId xmlns:a16="http://schemas.microsoft.com/office/drawing/2014/main" val="1466305088"/>
                    </a:ext>
                  </a:extLst>
                </a:gridCol>
              </a:tblGrid>
              <a:tr h="282388">
                <a:tc>
                  <a:txBody>
                    <a:bodyPr/>
                    <a:lstStyle/>
                    <a:p>
                      <a:pPr algn="l"/>
                      <a:r>
                        <a:rPr lang="nl-NL" sz="1400" b="1">
                          <a:solidFill>
                            <a:schemeClr val="accent3"/>
                          </a:solidFill>
                          <a:effectLst/>
                          <a:latin typeface="+mj-lt"/>
                          <a:cs typeface="Segoe UI Semibold" panose="020B0702040204020203" pitchFamily="34" charset="0"/>
                        </a:rPr>
                        <a:t>Auteur</a:t>
                      </a:r>
                      <a:endParaRPr lang="nl-NL" sz="1400" b="1">
                        <a:solidFill>
                          <a:schemeClr val="accent3"/>
                        </a:solidFill>
                        <a:effectLst/>
                        <a:latin typeface="+mj-lt"/>
                        <a:ea typeface="Calibri" panose="020F0502020204030204" pitchFamily="34" charset="0"/>
                        <a:cs typeface="Segoe UI Semibold" panose="020B0702040204020203" pitchFamily="34" charset="0"/>
                      </a:endParaRPr>
                    </a:p>
                  </a:txBody>
                  <a:tcPr marL="0" marR="36000" marT="0" marB="3600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068165"/>
                  </a:ext>
                </a:extLst>
              </a:tr>
              <a:tr h="282388">
                <a:tc>
                  <a:txBody>
                    <a:bodyPr/>
                    <a:lstStyle/>
                    <a:p>
                      <a:pPr algn="l"/>
                      <a:r>
                        <a:rPr lang="nl-NL" sz="1400" b="1">
                          <a:solidFill>
                            <a:schemeClr val="accent3"/>
                          </a:solidFill>
                          <a:effectLst/>
                          <a:latin typeface="+mj-lt"/>
                          <a:cs typeface="Segoe UI Semibold" panose="020B0702040204020203" pitchFamily="34" charset="0"/>
                        </a:rPr>
                        <a:t>Datum</a:t>
                      </a:r>
                      <a:endParaRPr lang="nl-NL" sz="1400" b="1">
                        <a:solidFill>
                          <a:schemeClr val="accent3"/>
                        </a:solidFill>
                        <a:effectLst/>
                        <a:latin typeface="+mj-lt"/>
                        <a:ea typeface="Calibri" panose="020F0502020204030204" pitchFamily="34" charset="0"/>
                        <a:cs typeface="Segoe UI Semibold" panose="020B0702040204020203" pitchFamily="34" charset="0"/>
                      </a:endParaRPr>
                    </a:p>
                  </a:txBody>
                  <a:tcPr marL="0" marR="36000" marT="0" marB="3600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03549219"/>
                  </a:ext>
                </a:extLst>
              </a:tr>
              <a:tr h="282388">
                <a:tc>
                  <a:txBody>
                    <a:bodyPr/>
                    <a:lstStyle/>
                    <a:p>
                      <a:pPr algn="l"/>
                      <a:r>
                        <a:rPr lang="nl-NL" sz="1400" b="1">
                          <a:solidFill>
                            <a:schemeClr val="accent3"/>
                          </a:solidFill>
                          <a:effectLst/>
                          <a:latin typeface="+mj-lt"/>
                          <a:cs typeface="Segoe UI Semibold" panose="020B0702040204020203" pitchFamily="34" charset="0"/>
                        </a:rPr>
                        <a:t>Status</a:t>
                      </a:r>
                      <a:endParaRPr lang="nl-NL" sz="1400" b="1">
                        <a:solidFill>
                          <a:schemeClr val="accent3"/>
                        </a:solidFill>
                        <a:effectLst/>
                        <a:latin typeface="+mj-lt"/>
                        <a:ea typeface="Calibri" panose="020F0502020204030204" pitchFamily="34" charset="0"/>
                        <a:cs typeface="Segoe UI Semibold" panose="020B0702040204020203" pitchFamily="34" charset="0"/>
                      </a:endParaRPr>
                    </a:p>
                  </a:txBody>
                  <a:tcPr marL="0" marR="36000" marT="0" marB="3600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70756723"/>
                  </a:ext>
                </a:extLst>
              </a:tr>
            </a:tbl>
          </a:graphicData>
        </a:graphic>
      </p:graphicFrame>
      <p:sp>
        <p:nvSpPr>
          <p:cNvPr id="14" name="Tijdelijke aanduiding voor tekst 6">
            <a:extLst>
              <a:ext uri="{FF2B5EF4-FFF2-40B4-BE49-F238E27FC236}">
                <a16:creationId xmlns:a16="http://schemas.microsoft.com/office/drawing/2014/main" id="{6436DDAC-09F2-5DB1-A9D5-31E000C2BE6F}"/>
              </a:ext>
            </a:extLst>
          </p:cNvPr>
          <p:cNvSpPr>
            <a:spLocks noGrp="1"/>
          </p:cNvSpPr>
          <p:nvPr>
            <p:ph type="body" sz="quarter" idx="21" hasCustomPrompt="1"/>
          </p:nvPr>
        </p:nvSpPr>
        <p:spPr>
          <a:xfrm>
            <a:off x="6602096" y="3832745"/>
            <a:ext cx="2653506" cy="216000"/>
          </a:xfrm>
        </p:spPr>
        <p:txBody>
          <a:bodyPr anchor="ctr">
            <a:noAutofit/>
          </a:bodyPr>
          <a:lstStyle>
            <a:lvl1pPr marL="0" indent="0">
              <a:buNone/>
              <a:defRPr sz="1400">
                <a:solidFill>
                  <a:schemeClr val="tx2"/>
                </a:solidFill>
                <a:effectLst/>
                <a:latin typeface="+mj-lt"/>
              </a:defRPr>
            </a:lvl1pPr>
          </a:lstStyle>
          <a:p>
            <a:pPr lvl="0"/>
            <a:r>
              <a:rPr lang="nl-NL"/>
              <a:t>[Auteur]</a:t>
            </a:r>
          </a:p>
        </p:txBody>
      </p:sp>
      <p:sp>
        <p:nvSpPr>
          <p:cNvPr id="15" name="Tijdelijke aanduiding voor datum 15">
            <a:extLst>
              <a:ext uri="{FF2B5EF4-FFF2-40B4-BE49-F238E27FC236}">
                <a16:creationId xmlns:a16="http://schemas.microsoft.com/office/drawing/2014/main" id="{8B674381-211C-FF9F-C574-A4844D268B57}"/>
              </a:ext>
            </a:extLst>
          </p:cNvPr>
          <p:cNvSpPr>
            <a:spLocks noGrp="1"/>
          </p:cNvSpPr>
          <p:nvPr>
            <p:ph type="dt" sz="half" idx="22"/>
          </p:nvPr>
        </p:nvSpPr>
        <p:spPr>
          <a:xfrm>
            <a:off x="6602096" y="4105752"/>
            <a:ext cx="2653506" cy="216000"/>
          </a:xfrm>
        </p:spPr>
        <p:txBody>
          <a:bodyPr/>
          <a:lstStyle>
            <a:lvl1pPr>
              <a:defRPr lang="nl-NL" sz="1400" b="0" kern="1200" smtClean="0">
                <a:solidFill>
                  <a:schemeClr val="tx2"/>
                </a:solidFill>
                <a:effectLst/>
                <a:latin typeface="+mj-lt"/>
                <a:ea typeface="+mn-ea"/>
                <a:cs typeface="+mn-cs"/>
              </a:defRPr>
            </a:lvl1pPr>
          </a:lstStyle>
          <a:p>
            <a:fld id="{A2D4CE28-2779-4906-957D-A173F7999FCA}" type="datetime1">
              <a:rPr lang="nl-NL" smtClean="0"/>
              <a:pPr/>
              <a:t>6-11-2025</a:t>
            </a:fld>
            <a:endParaRPr lang="nl-NL"/>
          </a:p>
        </p:txBody>
      </p:sp>
      <p:sp>
        <p:nvSpPr>
          <p:cNvPr id="16" name="Tijdelijke aanduiding voor tekst 6">
            <a:extLst>
              <a:ext uri="{FF2B5EF4-FFF2-40B4-BE49-F238E27FC236}">
                <a16:creationId xmlns:a16="http://schemas.microsoft.com/office/drawing/2014/main" id="{465BD4F6-E566-373F-AA82-95B04BC4D722}"/>
              </a:ext>
            </a:extLst>
          </p:cNvPr>
          <p:cNvSpPr>
            <a:spLocks noGrp="1"/>
          </p:cNvSpPr>
          <p:nvPr>
            <p:ph type="body" sz="quarter" idx="25" hasCustomPrompt="1"/>
          </p:nvPr>
        </p:nvSpPr>
        <p:spPr>
          <a:xfrm>
            <a:off x="6602096" y="4408262"/>
            <a:ext cx="2653506" cy="216000"/>
          </a:xfrm>
        </p:spPr>
        <p:txBody>
          <a:bodyPr anchor="ctr">
            <a:noAutofit/>
          </a:bodyPr>
          <a:lstStyle>
            <a:lvl1pPr marL="0" indent="0">
              <a:buNone/>
              <a:defRPr sz="1400">
                <a:solidFill>
                  <a:schemeClr val="tx2"/>
                </a:solidFill>
                <a:effectLst/>
                <a:latin typeface="+mj-lt"/>
              </a:defRPr>
            </a:lvl1pPr>
          </a:lstStyle>
          <a:p>
            <a:pPr lvl="0"/>
            <a:r>
              <a:rPr lang="nl-NL"/>
              <a:t>[Openbaar]</a:t>
            </a:r>
          </a:p>
        </p:txBody>
      </p:sp>
    </p:spTree>
    <p:extLst>
      <p:ext uri="{BB962C8B-B14F-4D97-AF65-F5344CB8AC3E}">
        <p14:creationId xmlns:p14="http://schemas.microsoft.com/office/powerpoint/2010/main" val="1295709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secHead" preserve="1">
  <p:cSld name="Sectiedia groen">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350027-561D-9815-D6C8-7833745CE745}"/>
              </a:ext>
            </a:extLst>
          </p:cNvPr>
          <p:cNvSpPr>
            <a:spLocks noGrp="1"/>
          </p:cNvSpPr>
          <p:nvPr>
            <p:ph type="title"/>
          </p:nvPr>
        </p:nvSpPr>
        <p:spPr>
          <a:xfrm>
            <a:off x="831850" y="1709738"/>
            <a:ext cx="10515600" cy="2852737"/>
          </a:xfrm>
        </p:spPr>
        <p:txBody>
          <a:bodyPr anchor="b"/>
          <a:lstStyle>
            <a:lvl1pPr>
              <a:defRPr sz="6000">
                <a:solidFill>
                  <a:schemeClr val="bg1"/>
                </a:solidFill>
              </a:defRPr>
            </a:lvl1pPr>
          </a:lstStyle>
          <a:p>
            <a:r>
              <a:rPr lang="nl-NL"/>
              <a:t>Klik om stijl te bewerken</a:t>
            </a:r>
          </a:p>
        </p:txBody>
      </p:sp>
      <p:sp>
        <p:nvSpPr>
          <p:cNvPr id="3" name="Tijdelijke aanduiding voor tekst 2">
            <a:extLst>
              <a:ext uri="{FF2B5EF4-FFF2-40B4-BE49-F238E27FC236}">
                <a16:creationId xmlns:a16="http://schemas.microsoft.com/office/drawing/2014/main" id="{508DF9C5-40B2-777B-7728-7B2F79024E5D}"/>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0ED844BF-4A37-C943-19BA-B6BE1D0E8A38}"/>
              </a:ext>
            </a:extLst>
          </p:cNvPr>
          <p:cNvSpPr>
            <a:spLocks noGrp="1"/>
          </p:cNvSpPr>
          <p:nvPr>
            <p:ph type="dt" sz="half" idx="10"/>
          </p:nvPr>
        </p:nvSpPr>
        <p:spPr>
          <a:xfrm>
            <a:off x="320734" y="6858000"/>
            <a:ext cx="1981596" cy="365125"/>
          </a:xfrm>
        </p:spPr>
        <p:txBody>
          <a:bodyPr/>
          <a:lstStyle/>
          <a:p>
            <a:fld id="{B234C477-5CCC-4E58-9207-9007DC239AB4}" type="datetime1">
              <a:rPr lang="nl-NL" smtClean="0"/>
              <a:t>6-11-2025</a:t>
            </a:fld>
            <a:endParaRPr lang="nl-NL"/>
          </a:p>
        </p:txBody>
      </p:sp>
      <p:sp>
        <p:nvSpPr>
          <p:cNvPr id="5" name="Tijdelijke aanduiding voor voettekst 4">
            <a:extLst>
              <a:ext uri="{FF2B5EF4-FFF2-40B4-BE49-F238E27FC236}">
                <a16:creationId xmlns:a16="http://schemas.microsoft.com/office/drawing/2014/main" id="{08791B4C-CA2E-3C32-B006-50106C38A9AD}"/>
              </a:ext>
            </a:extLst>
          </p:cNvPr>
          <p:cNvSpPr>
            <a:spLocks noGrp="1"/>
          </p:cNvSpPr>
          <p:nvPr>
            <p:ph type="ftr" sz="quarter" idx="11"/>
          </p:nvPr>
        </p:nvSpPr>
        <p:spPr>
          <a:xfrm>
            <a:off x="2411186" y="6858000"/>
            <a:ext cx="8588828" cy="365125"/>
          </a:xfrm>
        </p:spPr>
        <p:txBody>
          <a:bodyPr/>
          <a:lstStyle/>
          <a:p>
            <a:endParaRPr lang="nl-NL"/>
          </a:p>
        </p:txBody>
      </p:sp>
      <p:sp>
        <p:nvSpPr>
          <p:cNvPr id="6" name="Tijdelijke aanduiding voor dianummer 5">
            <a:extLst>
              <a:ext uri="{FF2B5EF4-FFF2-40B4-BE49-F238E27FC236}">
                <a16:creationId xmlns:a16="http://schemas.microsoft.com/office/drawing/2014/main" id="{A93452BF-6401-2945-19C5-200889360AB0}"/>
              </a:ext>
            </a:extLst>
          </p:cNvPr>
          <p:cNvSpPr>
            <a:spLocks noGrp="1"/>
          </p:cNvSpPr>
          <p:nvPr>
            <p:ph type="sldNum" sz="quarter" idx="12"/>
          </p:nvPr>
        </p:nvSpPr>
        <p:spPr>
          <a:xfrm>
            <a:off x="11119757" y="6858000"/>
            <a:ext cx="768135" cy="365125"/>
          </a:xfrm>
        </p:spPr>
        <p:txBody>
          <a:bodyPr/>
          <a:lstStyle/>
          <a:p>
            <a:fld id="{A648B885-FF76-47CB-8BBD-27E7EBF07CA9}" type="slidenum">
              <a:rPr lang="nl-NL" smtClean="0"/>
              <a:t>‹nr.›</a:t>
            </a:fld>
            <a:endParaRPr lang="nl-NL"/>
          </a:p>
        </p:txBody>
      </p:sp>
    </p:spTree>
    <p:extLst>
      <p:ext uri="{BB962C8B-B14F-4D97-AF65-F5344CB8AC3E}">
        <p14:creationId xmlns:p14="http://schemas.microsoft.com/office/powerpoint/2010/main" val="3681267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Sectiedia grijs">
    <p:bg>
      <p:bgPr>
        <a:solidFill>
          <a:schemeClr val="accent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350027-561D-9815-D6C8-7833745CE745}"/>
              </a:ext>
            </a:extLst>
          </p:cNvPr>
          <p:cNvSpPr>
            <a:spLocks noGrp="1"/>
          </p:cNvSpPr>
          <p:nvPr>
            <p:ph type="title"/>
          </p:nvPr>
        </p:nvSpPr>
        <p:spPr>
          <a:xfrm>
            <a:off x="831850" y="1709738"/>
            <a:ext cx="10515600" cy="2852737"/>
          </a:xfrm>
        </p:spPr>
        <p:txBody>
          <a:bodyPr anchor="b"/>
          <a:lstStyle>
            <a:lvl1pPr>
              <a:defRPr sz="6000">
                <a:solidFill>
                  <a:schemeClr val="bg1"/>
                </a:solidFill>
              </a:defRPr>
            </a:lvl1pPr>
          </a:lstStyle>
          <a:p>
            <a:r>
              <a:rPr lang="nl-NL"/>
              <a:t>Klik om stijl te bewerken</a:t>
            </a:r>
          </a:p>
        </p:txBody>
      </p:sp>
      <p:sp>
        <p:nvSpPr>
          <p:cNvPr id="3" name="Tijdelijke aanduiding voor tekst 2">
            <a:extLst>
              <a:ext uri="{FF2B5EF4-FFF2-40B4-BE49-F238E27FC236}">
                <a16:creationId xmlns:a16="http://schemas.microsoft.com/office/drawing/2014/main" id="{508DF9C5-40B2-777B-7728-7B2F79024E5D}"/>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0ED844BF-4A37-C943-19BA-B6BE1D0E8A38}"/>
              </a:ext>
            </a:extLst>
          </p:cNvPr>
          <p:cNvSpPr>
            <a:spLocks noGrp="1"/>
          </p:cNvSpPr>
          <p:nvPr>
            <p:ph type="dt" sz="half" idx="10"/>
          </p:nvPr>
        </p:nvSpPr>
        <p:spPr>
          <a:xfrm>
            <a:off x="320734" y="6858000"/>
            <a:ext cx="1981596" cy="365125"/>
          </a:xfrm>
        </p:spPr>
        <p:txBody>
          <a:bodyPr/>
          <a:lstStyle/>
          <a:p>
            <a:fld id="{B234C477-5CCC-4E58-9207-9007DC239AB4}" type="datetime1">
              <a:rPr lang="nl-NL" smtClean="0"/>
              <a:t>6-11-2025</a:t>
            </a:fld>
            <a:endParaRPr lang="nl-NL"/>
          </a:p>
        </p:txBody>
      </p:sp>
      <p:sp>
        <p:nvSpPr>
          <p:cNvPr id="5" name="Tijdelijke aanduiding voor voettekst 4">
            <a:extLst>
              <a:ext uri="{FF2B5EF4-FFF2-40B4-BE49-F238E27FC236}">
                <a16:creationId xmlns:a16="http://schemas.microsoft.com/office/drawing/2014/main" id="{08791B4C-CA2E-3C32-B006-50106C38A9AD}"/>
              </a:ext>
            </a:extLst>
          </p:cNvPr>
          <p:cNvSpPr>
            <a:spLocks noGrp="1"/>
          </p:cNvSpPr>
          <p:nvPr>
            <p:ph type="ftr" sz="quarter" idx="11"/>
          </p:nvPr>
        </p:nvSpPr>
        <p:spPr>
          <a:xfrm>
            <a:off x="2411186" y="6858000"/>
            <a:ext cx="8588828" cy="365125"/>
          </a:xfrm>
        </p:spPr>
        <p:txBody>
          <a:bodyPr/>
          <a:lstStyle/>
          <a:p>
            <a:endParaRPr lang="nl-NL"/>
          </a:p>
        </p:txBody>
      </p:sp>
      <p:sp>
        <p:nvSpPr>
          <p:cNvPr id="6" name="Tijdelijke aanduiding voor dianummer 5">
            <a:extLst>
              <a:ext uri="{FF2B5EF4-FFF2-40B4-BE49-F238E27FC236}">
                <a16:creationId xmlns:a16="http://schemas.microsoft.com/office/drawing/2014/main" id="{A93452BF-6401-2945-19C5-200889360AB0}"/>
              </a:ext>
            </a:extLst>
          </p:cNvPr>
          <p:cNvSpPr>
            <a:spLocks noGrp="1"/>
          </p:cNvSpPr>
          <p:nvPr>
            <p:ph type="sldNum" sz="quarter" idx="12"/>
          </p:nvPr>
        </p:nvSpPr>
        <p:spPr>
          <a:xfrm>
            <a:off x="11119757" y="6858000"/>
            <a:ext cx="768135" cy="365125"/>
          </a:xfrm>
        </p:spPr>
        <p:txBody>
          <a:bodyPr/>
          <a:lstStyle/>
          <a:p>
            <a:fld id="{A648B885-FF76-47CB-8BBD-27E7EBF07CA9}" type="slidenum">
              <a:rPr lang="nl-NL" smtClean="0"/>
              <a:t>‹nr.›</a:t>
            </a:fld>
            <a:endParaRPr lang="nl-NL"/>
          </a:p>
        </p:txBody>
      </p:sp>
    </p:spTree>
    <p:extLst>
      <p:ext uri="{BB962C8B-B14F-4D97-AF65-F5344CB8AC3E}">
        <p14:creationId xmlns:p14="http://schemas.microsoft.com/office/powerpoint/2010/main" val="1412819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secHead" preserve="1">
  <p:cSld name="Sectiedia blauw">
    <p:bg>
      <p:bgPr>
        <a:solidFill>
          <a:schemeClr val="accent3"/>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350027-561D-9815-D6C8-7833745CE745}"/>
              </a:ext>
            </a:extLst>
          </p:cNvPr>
          <p:cNvSpPr>
            <a:spLocks noGrp="1"/>
          </p:cNvSpPr>
          <p:nvPr>
            <p:ph type="title"/>
          </p:nvPr>
        </p:nvSpPr>
        <p:spPr>
          <a:xfrm>
            <a:off x="831850" y="1709738"/>
            <a:ext cx="10515600" cy="2852737"/>
          </a:xfrm>
        </p:spPr>
        <p:txBody>
          <a:bodyPr anchor="b"/>
          <a:lstStyle>
            <a:lvl1pPr>
              <a:defRPr sz="6000">
                <a:solidFill>
                  <a:schemeClr val="bg1"/>
                </a:solidFill>
              </a:defRPr>
            </a:lvl1pPr>
          </a:lstStyle>
          <a:p>
            <a:r>
              <a:rPr lang="nl-NL"/>
              <a:t>Klik om stijl te bewerken</a:t>
            </a:r>
          </a:p>
        </p:txBody>
      </p:sp>
      <p:sp>
        <p:nvSpPr>
          <p:cNvPr id="3" name="Tijdelijke aanduiding voor tekst 2">
            <a:extLst>
              <a:ext uri="{FF2B5EF4-FFF2-40B4-BE49-F238E27FC236}">
                <a16:creationId xmlns:a16="http://schemas.microsoft.com/office/drawing/2014/main" id="{508DF9C5-40B2-777B-7728-7B2F79024E5D}"/>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0ED844BF-4A37-C943-19BA-B6BE1D0E8A38}"/>
              </a:ext>
            </a:extLst>
          </p:cNvPr>
          <p:cNvSpPr>
            <a:spLocks noGrp="1"/>
          </p:cNvSpPr>
          <p:nvPr>
            <p:ph type="dt" sz="half" idx="10"/>
          </p:nvPr>
        </p:nvSpPr>
        <p:spPr>
          <a:xfrm>
            <a:off x="320734" y="6858000"/>
            <a:ext cx="1981596" cy="365125"/>
          </a:xfrm>
        </p:spPr>
        <p:txBody>
          <a:bodyPr/>
          <a:lstStyle/>
          <a:p>
            <a:fld id="{B234C477-5CCC-4E58-9207-9007DC239AB4}" type="datetime1">
              <a:rPr lang="nl-NL" smtClean="0"/>
              <a:t>6-11-2025</a:t>
            </a:fld>
            <a:endParaRPr lang="nl-NL"/>
          </a:p>
        </p:txBody>
      </p:sp>
      <p:sp>
        <p:nvSpPr>
          <p:cNvPr id="5" name="Tijdelijke aanduiding voor voettekst 4">
            <a:extLst>
              <a:ext uri="{FF2B5EF4-FFF2-40B4-BE49-F238E27FC236}">
                <a16:creationId xmlns:a16="http://schemas.microsoft.com/office/drawing/2014/main" id="{08791B4C-CA2E-3C32-B006-50106C38A9AD}"/>
              </a:ext>
            </a:extLst>
          </p:cNvPr>
          <p:cNvSpPr>
            <a:spLocks noGrp="1"/>
          </p:cNvSpPr>
          <p:nvPr>
            <p:ph type="ftr" sz="quarter" idx="11"/>
          </p:nvPr>
        </p:nvSpPr>
        <p:spPr>
          <a:xfrm>
            <a:off x="2411186" y="6858000"/>
            <a:ext cx="8588828" cy="365125"/>
          </a:xfrm>
        </p:spPr>
        <p:txBody>
          <a:bodyPr/>
          <a:lstStyle/>
          <a:p>
            <a:endParaRPr lang="nl-NL"/>
          </a:p>
        </p:txBody>
      </p:sp>
      <p:sp>
        <p:nvSpPr>
          <p:cNvPr id="6" name="Tijdelijke aanduiding voor dianummer 5">
            <a:extLst>
              <a:ext uri="{FF2B5EF4-FFF2-40B4-BE49-F238E27FC236}">
                <a16:creationId xmlns:a16="http://schemas.microsoft.com/office/drawing/2014/main" id="{A93452BF-6401-2945-19C5-200889360AB0}"/>
              </a:ext>
            </a:extLst>
          </p:cNvPr>
          <p:cNvSpPr>
            <a:spLocks noGrp="1"/>
          </p:cNvSpPr>
          <p:nvPr>
            <p:ph type="sldNum" sz="quarter" idx="12"/>
          </p:nvPr>
        </p:nvSpPr>
        <p:spPr>
          <a:xfrm>
            <a:off x="11119757" y="6858000"/>
            <a:ext cx="768135" cy="365125"/>
          </a:xfrm>
        </p:spPr>
        <p:txBody>
          <a:bodyPr/>
          <a:lstStyle/>
          <a:p>
            <a:fld id="{A648B885-FF76-47CB-8BBD-27E7EBF07CA9}" type="slidenum">
              <a:rPr lang="nl-NL" smtClean="0"/>
              <a:t>‹nr.›</a:t>
            </a:fld>
            <a:endParaRPr lang="nl-NL"/>
          </a:p>
        </p:txBody>
      </p:sp>
    </p:spTree>
    <p:extLst>
      <p:ext uri="{BB962C8B-B14F-4D97-AF65-F5344CB8AC3E}">
        <p14:creationId xmlns:p14="http://schemas.microsoft.com/office/powerpoint/2010/main" val="348215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6C8B7F-8EAE-DFFE-3C9F-C75106A36E49}"/>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C4A234CF-E505-C018-55A9-3F18862543F8}"/>
              </a:ext>
            </a:extLst>
          </p:cNvPr>
          <p:cNvSpPr>
            <a:spLocks noGrp="1"/>
          </p:cNvSpPr>
          <p:nvPr>
            <p:ph sz="half" idx="1"/>
          </p:nvPr>
        </p:nvSpPr>
        <p:spPr>
          <a:xfrm>
            <a:off x="300038" y="1520825"/>
            <a:ext cx="5651500" cy="4932363"/>
          </a:xfrm>
        </p:spPr>
        <p:txBody>
          <a:bodyPr>
            <a:normAutofit/>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8F7909C5-632E-90BD-3A91-D79DFB8F6284}"/>
              </a:ext>
            </a:extLst>
          </p:cNvPr>
          <p:cNvSpPr>
            <a:spLocks noGrp="1"/>
          </p:cNvSpPr>
          <p:nvPr>
            <p:ph sz="half" idx="2"/>
          </p:nvPr>
        </p:nvSpPr>
        <p:spPr>
          <a:xfrm>
            <a:off x="6240464" y="1529616"/>
            <a:ext cx="5651500" cy="4932363"/>
          </a:xfrm>
        </p:spPr>
        <p:txBody>
          <a:bodyPr>
            <a:normAutofit/>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24BEC6D9-4EE8-76E6-0339-AB3A98617EA1}"/>
              </a:ext>
            </a:extLst>
          </p:cNvPr>
          <p:cNvSpPr>
            <a:spLocks noGrp="1"/>
          </p:cNvSpPr>
          <p:nvPr>
            <p:ph type="dt" sz="half" idx="10"/>
          </p:nvPr>
        </p:nvSpPr>
        <p:spPr/>
        <p:txBody>
          <a:bodyPr/>
          <a:lstStyle/>
          <a:p>
            <a:fld id="{E0A2F211-4CA0-46C3-BAC9-237EE5A60786}" type="datetime1">
              <a:rPr lang="nl-NL" smtClean="0"/>
              <a:t>6-11-2025</a:t>
            </a:fld>
            <a:endParaRPr lang="nl-NL"/>
          </a:p>
        </p:txBody>
      </p:sp>
      <p:sp>
        <p:nvSpPr>
          <p:cNvPr id="6" name="Tijdelijke aanduiding voor voettekst 5">
            <a:extLst>
              <a:ext uri="{FF2B5EF4-FFF2-40B4-BE49-F238E27FC236}">
                <a16:creationId xmlns:a16="http://schemas.microsoft.com/office/drawing/2014/main" id="{A1FB164C-CDA8-CCEC-0F77-77468940A154}"/>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FBFC3D39-BA73-DF9B-C19E-88D5E815830C}"/>
              </a:ext>
            </a:extLst>
          </p:cNvPr>
          <p:cNvSpPr>
            <a:spLocks noGrp="1"/>
          </p:cNvSpPr>
          <p:nvPr>
            <p:ph type="sldNum" sz="quarter" idx="12"/>
          </p:nvPr>
        </p:nvSpPr>
        <p:spPr/>
        <p:txBody>
          <a:bodyPr/>
          <a:lstStyle/>
          <a:p>
            <a:fld id="{A648B885-FF76-47CB-8BBD-27E7EBF07CA9}" type="slidenum">
              <a:rPr lang="nl-NL" smtClean="0"/>
              <a:t>‹nr.›</a:t>
            </a:fld>
            <a:endParaRPr lang="nl-NL"/>
          </a:p>
        </p:txBody>
      </p:sp>
    </p:spTree>
    <p:extLst>
      <p:ext uri="{BB962C8B-B14F-4D97-AF65-F5344CB8AC3E}">
        <p14:creationId xmlns:p14="http://schemas.microsoft.com/office/powerpoint/2010/main" val="467508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6C8B7F-8EAE-DFFE-3C9F-C75106A36E49}"/>
              </a:ext>
            </a:extLst>
          </p:cNvPr>
          <p:cNvSpPr>
            <a:spLocks noGrp="1"/>
          </p:cNvSpPr>
          <p:nvPr>
            <p:ph type="title"/>
          </p:nvPr>
        </p:nvSpPr>
        <p:spPr>
          <a:xfrm>
            <a:off x="300039" y="1"/>
            <a:ext cx="5651499" cy="1280159"/>
          </a:xfrm>
        </p:spPr>
        <p:txBody>
          <a:bodyPr rIns="108000"/>
          <a:lstStyle/>
          <a:p>
            <a:r>
              <a:rPr lang="nl-NL"/>
              <a:t>Klik om stijl te bewerken</a:t>
            </a:r>
          </a:p>
        </p:txBody>
      </p:sp>
      <p:sp>
        <p:nvSpPr>
          <p:cNvPr id="3" name="Tijdelijke aanduiding voor inhoud 2">
            <a:extLst>
              <a:ext uri="{FF2B5EF4-FFF2-40B4-BE49-F238E27FC236}">
                <a16:creationId xmlns:a16="http://schemas.microsoft.com/office/drawing/2014/main" id="{C4A234CF-E505-C018-55A9-3F18862543F8}"/>
              </a:ext>
            </a:extLst>
          </p:cNvPr>
          <p:cNvSpPr>
            <a:spLocks noGrp="1"/>
          </p:cNvSpPr>
          <p:nvPr>
            <p:ph sz="half" idx="1"/>
          </p:nvPr>
        </p:nvSpPr>
        <p:spPr>
          <a:xfrm>
            <a:off x="300038" y="1520825"/>
            <a:ext cx="5651498" cy="5187706"/>
          </a:xfrm>
        </p:spPr>
        <p:txBody>
          <a:bodyPr rIns="108000">
            <a:normAutofit/>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24BEC6D9-4EE8-76E6-0339-AB3A98617EA1}"/>
              </a:ext>
            </a:extLst>
          </p:cNvPr>
          <p:cNvSpPr>
            <a:spLocks noGrp="1"/>
          </p:cNvSpPr>
          <p:nvPr>
            <p:ph type="dt" sz="half" idx="10"/>
          </p:nvPr>
        </p:nvSpPr>
        <p:spPr>
          <a:xfrm>
            <a:off x="320735" y="6953862"/>
            <a:ext cx="1981596" cy="184616"/>
          </a:xfrm>
        </p:spPr>
        <p:txBody>
          <a:bodyPr/>
          <a:lstStyle/>
          <a:p>
            <a:fld id="{E0A2F211-4CA0-46C3-BAC9-237EE5A60786}" type="datetime1">
              <a:rPr lang="nl-NL" smtClean="0"/>
              <a:t>6-11-2025</a:t>
            </a:fld>
            <a:endParaRPr lang="nl-NL"/>
          </a:p>
        </p:txBody>
      </p:sp>
      <p:sp>
        <p:nvSpPr>
          <p:cNvPr id="6" name="Tijdelijke aanduiding voor voettekst 5">
            <a:extLst>
              <a:ext uri="{FF2B5EF4-FFF2-40B4-BE49-F238E27FC236}">
                <a16:creationId xmlns:a16="http://schemas.microsoft.com/office/drawing/2014/main" id="{A1FB164C-CDA8-CCEC-0F77-77468940A154}"/>
              </a:ext>
            </a:extLst>
          </p:cNvPr>
          <p:cNvSpPr>
            <a:spLocks noGrp="1"/>
          </p:cNvSpPr>
          <p:nvPr>
            <p:ph type="ftr" sz="quarter" idx="11"/>
          </p:nvPr>
        </p:nvSpPr>
        <p:spPr>
          <a:xfrm>
            <a:off x="2411187" y="6953862"/>
            <a:ext cx="8588828" cy="184616"/>
          </a:xfrm>
        </p:spPr>
        <p:txBody>
          <a:bodyPr/>
          <a:lstStyle/>
          <a:p>
            <a:endParaRPr lang="nl-NL"/>
          </a:p>
        </p:txBody>
      </p:sp>
      <p:sp>
        <p:nvSpPr>
          <p:cNvPr id="7" name="Tijdelijke aanduiding voor dianummer 6">
            <a:extLst>
              <a:ext uri="{FF2B5EF4-FFF2-40B4-BE49-F238E27FC236}">
                <a16:creationId xmlns:a16="http://schemas.microsoft.com/office/drawing/2014/main" id="{FBFC3D39-BA73-DF9B-C19E-88D5E815830C}"/>
              </a:ext>
            </a:extLst>
          </p:cNvPr>
          <p:cNvSpPr>
            <a:spLocks noGrp="1"/>
          </p:cNvSpPr>
          <p:nvPr>
            <p:ph type="sldNum" sz="quarter" idx="12"/>
          </p:nvPr>
        </p:nvSpPr>
        <p:spPr>
          <a:xfrm>
            <a:off x="11119758" y="6953862"/>
            <a:ext cx="768135" cy="184616"/>
          </a:xfrm>
        </p:spPr>
        <p:txBody>
          <a:bodyPr/>
          <a:lstStyle/>
          <a:p>
            <a:fld id="{A648B885-FF76-47CB-8BBD-27E7EBF07CA9}" type="slidenum">
              <a:rPr lang="nl-NL" smtClean="0"/>
              <a:t>‹nr.›</a:t>
            </a:fld>
            <a:endParaRPr lang="nl-NL"/>
          </a:p>
        </p:txBody>
      </p:sp>
      <p:sp>
        <p:nvSpPr>
          <p:cNvPr id="9" name="Tijdelijke aanduiding voor afbeelding 8">
            <a:extLst>
              <a:ext uri="{FF2B5EF4-FFF2-40B4-BE49-F238E27FC236}">
                <a16:creationId xmlns:a16="http://schemas.microsoft.com/office/drawing/2014/main" id="{1038B7A9-983C-A565-EC4B-ED55929A29E6}"/>
              </a:ext>
            </a:extLst>
          </p:cNvPr>
          <p:cNvSpPr>
            <a:spLocks noGrp="1"/>
          </p:cNvSpPr>
          <p:nvPr>
            <p:ph type="pic" sz="quarter" idx="13"/>
          </p:nvPr>
        </p:nvSpPr>
        <p:spPr>
          <a:xfrm>
            <a:off x="6096000" y="0"/>
            <a:ext cx="6096000" cy="6858000"/>
          </a:xfrm>
          <a:solidFill>
            <a:schemeClr val="bg1">
              <a:lumMod val="95000"/>
            </a:schemeClr>
          </a:solidFill>
        </p:spPr>
        <p:txBody>
          <a:bodyPr>
            <a:normAutofit/>
          </a:bodyPr>
          <a:lstStyle>
            <a:lvl1pPr marL="0" indent="0" algn="ctr">
              <a:buNone/>
              <a:defRPr sz="2000">
                <a:solidFill>
                  <a:schemeClr val="tx2"/>
                </a:solidFill>
              </a:defRPr>
            </a:lvl1pPr>
          </a:lstStyle>
          <a:p>
            <a:r>
              <a:rPr lang="nl-NL"/>
              <a:t>Klik op het pictogram als u een afbeelding wilt toevoegen</a:t>
            </a:r>
          </a:p>
        </p:txBody>
      </p:sp>
    </p:spTree>
    <p:extLst>
      <p:ext uri="{BB962C8B-B14F-4D97-AF65-F5344CB8AC3E}">
        <p14:creationId xmlns:p14="http://schemas.microsoft.com/office/powerpoint/2010/main" val="42661379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_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6C8B7F-8EAE-DFFE-3C9F-C75106A36E49}"/>
              </a:ext>
            </a:extLst>
          </p:cNvPr>
          <p:cNvSpPr>
            <a:spLocks noGrp="1"/>
          </p:cNvSpPr>
          <p:nvPr>
            <p:ph type="title"/>
          </p:nvPr>
        </p:nvSpPr>
        <p:spPr>
          <a:xfrm>
            <a:off x="6240464" y="1"/>
            <a:ext cx="5651499" cy="1280159"/>
          </a:xfrm>
        </p:spPr>
        <p:txBody>
          <a:bodyPr lIns="108000"/>
          <a:lstStyle/>
          <a:p>
            <a:r>
              <a:rPr lang="nl-NL"/>
              <a:t>Klik om stijl te bewerken</a:t>
            </a:r>
          </a:p>
        </p:txBody>
      </p:sp>
      <p:sp>
        <p:nvSpPr>
          <p:cNvPr id="3" name="Tijdelijke aanduiding voor inhoud 2">
            <a:extLst>
              <a:ext uri="{FF2B5EF4-FFF2-40B4-BE49-F238E27FC236}">
                <a16:creationId xmlns:a16="http://schemas.microsoft.com/office/drawing/2014/main" id="{C4A234CF-E505-C018-55A9-3F18862543F8}"/>
              </a:ext>
            </a:extLst>
          </p:cNvPr>
          <p:cNvSpPr>
            <a:spLocks noGrp="1"/>
          </p:cNvSpPr>
          <p:nvPr>
            <p:ph sz="half" idx="1"/>
          </p:nvPr>
        </p:nvSpPr>
        <p:spPr>
          <a:xfrm>
            <a:off x="6240463" y="1520825"/>
            <a:ext cx="5651500" cy="4932363"/>
          </a:xfrm>
        </p:spPr>
        <p:txBody>
          <a:bodyPr lIns="108000">
            <a:normAutofit/>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24BEC6D9-4EE8-76E6-0339-AB3A98617EA1}"/>
              </a:ext>
            </a:extLst>
          </p:cNvPr>
          <p:cNvSpPr>
            <a:spLocks noGrp="1"/>
          </p:cNvSpPr>
          <p:nvPr>
            <p:ph type="dt" sz="half" idx="10"/>
          </p:nvPr>
        </p:nvSpPr>
        <p:spPr>
          <a:xfrm>
            <a:off x="320735" y="6909900"/>
            <a:ext cx="1981596" cy="184616"/>
          </a:xfrm>
        </p:spPr>
        <p:txBody>
          <a:bodyPr/>
          <a:lstStyle/>
          <a:p>
            <a:fld id="{E0A2F211-4CA0-46C3-BAC9-237EE5A60786}" type="datetime1">
              <a:rPr lang="nl-NL" smtClean="0"/>
              <a:t>6-11-2025</a:t>
            </a:fld>
            <a:endParaRPr lang="nl-NL"/>
          </a:p>
        </p:txBody>
      </p:sp>
      <p:sp>
        <p:nvSpPr>
          <p:cNvPr id="6" name="Tijdelijke aanduiding voor voettekst 5">
            <a:extLst>
              <a:ext uri="{FF2B5EF4-FFF2-40B4-BE49-F238E27FC236}">
                <a16:creationId xmlns:a16="http://schemas.microsoft.com/office/drawing/2014/main" id="{A1FB164C-CDA8-CCEC-0F77-77468940A154}"/>
              </a:ext>
            </a:extLst>
          </p:cNvPr>
          <p:cNvSpPr>
            <a:spLocks noGrp="1"/>
          </p:cNvSpPr>
          <p:nvPr>
            <p:ph type="ftr" sz="quarter" idx="11"/>
          </p:nvPr>
        </p:nvSpPr>
        <p:spPr>
          <a:xfrm>
            <a:off x="2411187" y="6909900"/>
            <a:ext cx="8588828" cy="184616"/>
          </a:xfrm>
        </p:spPr>
        <p:txBody>
          <a:bodyPr/>
          <a:lstStyle/>
          <a:p>
            <a:endParaRPr lang="nl-NL"/>
          </a:p>
        </p:txBody>
      </p:sp>
      <p:sp>
        <p:nvSpPr>
          <p:cNvPr id="7" name="Tijdelijke aanduiding voor dianummer 6">
            <a:extLst>
              <a:ext uri="{FF2B5EF4-FFF2-40B4-BE49-F238E27FC236}">
                <a16:creationId xmlns:a16="http://schemas.microsoft.com/office/drawing/2014/main" id="{FBFC3D39-BA73-DF9B-C19E-88D5E815830C}"/>
              </a:ext>
            </a:extLst>
          </p:cNvPr>
          <p:cNvSpPr>
            <a:spLocks noGrp="1"/>
          </p:cNvSpPr>
          <p:nvPr>
            <p:ph type="sldNum" sz="quarter" idx="12"/>
          </p:nvPr>
        </p:nvSpPr>
        <p:spPr/>
        <p:txBody>
          <a:bodyPr/>
          <a:lstStyle/>
          <a:p>
            <a:fld id="{A648B885-FF76-47CB-8BBD-27E7EBF07CA9}" type="slidenum">
              <a:rPr lang="nl-NL" smtClean="0"/>
              <a:t>‹nr.›</a:t>
            </a:fld>
            <a:endParaRPr lang="nl-NL"/>
          </a:p>
        </p:txBody>
      </p:sp>
      <p:sp>
        <p:nvSpPr>
          <p:cNvPr id="10" name="Tijdelijke aanduiding voor afbeelding 8">
            <a:extLst>
              <a:ext uri="{FF2B5EF4-FFF2-40B4-BE49-F238E27FC236}">
                <a16:creationId xmlns:a16="http://schemas.microsoft.com/office/drawing/2014/main" id="{9FB750C7-4805-0ECC-3FA0-D2C3B8780142}"/>
              </a:ext>
            </a:extLst>
          </p:cNvPr>
          <p:cNvSpPr>
            <a:spLocks noGrp="1"/>
          </p:cNvSpPr>
          <p:nvPr>
            <p:ph type="pic" sz="quarter" idx="13"/>
          </p:nvPr>
        </p:nvSpPr>
        <p:spPr>
          <a:xfrm>
            <a:off x="0" y="0"/>
            <a:ext cx="6096000" cy="6857999"/>
          </a:xfrm>
          <a:solidFill>
            <a:schemeClr val="bg1">
              <a:lumMod val="95000"/>
            </a:schemeClr>
          </a:solidFill>
        </p:spPr>
        <p:txBody>
          <a:bodyPr>
            <a:normAutofit/>
          </a:bodyPr>
          <a:lstStyle>
            <a:lvl1pPr marL="0" indent="0" algn="ctr">
              <a:buNone/>
              <a:defRPr sz="2000">
                <a:solidFill>
                  <a:schemeClr val="tx2"/>
                </a:solidFill>
              </a:defRPr>
            </a:lvl1pPr>
          </a:lstStyle>
          <a:p>
            <a:r>
              <a:rPr lang="nl-NL"/>
              <a:t>Klik op het pictogram als u een afbeelding wilt toevoegen</a:t>
            </a:r>
          </a:p>
        </p:txBody>
      </p:sp>
    </p:spTree>
    <p:extLst>
      <p:ext uri="{BB962C8B-B14F-4D97-AF65-F5344CB8AC3E}">
        <p14:creationId xmlns:p14="http://schemas.microsoft.com/office/powerpoint/2010/main" val="9702313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woObj" preserve="1">
  <p:cSld name="Inhoud van twee wi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6C8B7F-8EAE-DFFE-3C9F-C75106A36E49}"/>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C4A234CF-E505-C018-55A9-3F18862543F8}"/>
              </a:ext>
            </a:extLst>
          </p:cNvPr>
          <p:cNvSpPr>
            <a:spLocks noGrp="1"/>
          </p:cNvSpPr>
          <p:nvPr>
            <p:ph sz="half" idx="1"/>
          </p:nvPr>
        </p:nvSpPr>
        <p:spPr>
          <a:xfrm>
            <a:off x="300038" y="1520825"/>
            <a:ext cx="5651500" cy="4932363"/>
          </a:xfrm>
        </p:spPr>
        <p:txBody>
          <a:bodyPr>
            <a:normAutofit/>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8F7909C5-632E-90BD-3A91-D79DFB8F6284}"/>
              </a:ext>
            </a:extLst>
          </p:cNvPr>
          <p:cNvSpPr>
            <a:spLocks noGrp="1"/>
          </p:cNvSpPr>
          <p:nvPr>
            <p:ph sz="half" idx="2"/>
          </p:nvPr>
        </p:nvSpPr>
        <p:spPr>
          <a:xfrm>
            <a:off x="6240464" y="1520824"/>
            <a:ext cx="5651500" cy="4932363"/>
          </a:xfrm>
        </p:spPr>
        <p:txBody>
          <a:bodyPr>
            <a:normAutofit/>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24BEC6D9-4EE8-76E6-0339-AB3A98617EA1}"/>
              </a:ext>
            </a:extLst>
          </p:cNvPr>
          <p:cNvSpPr>
            <a:spLocks noGrp="1"/>
          </p:cNvSpPr>
          <p:nvPr>
            <p:ph type="dt" sz="half" idx="10"/>
          </p:nvPr>
        </p:nvSpPr>
        <p:spPr/>
        <p:txBody>
          <a:bodyPr/>
          <a:lstStyle/>
          <a:p>
            <a:fld id="{E0A2F211-4CA0-46C3-BAC9-237EE5A60786}" type="datetime1">
              <a:rPr lang="nl-NL" smtClean="0"/>
              <a:t>6-11-2025</a:t>
            </a:fld>
            <a:endParaRPr lang="nl-NL"/>
          </a:p>
        </p:txBody>
      </p:sp>
      <p:sp>
        <p:nvSpPr>
          <p:cNvPr id="6" name="Tijdelijke aanduiding voor voettekst 5">
            <a:extLst>
              <a:ext uri="{FF2B5EF4-FFF2-40B4-BE49-F238E27FC236}">
                <a16:creationId xmlns:a16="http://schemas.microsoft.com/office/drawing/2014/main" id="{A1FB164C-CDA8-CCEC-0F77-77468940A154}"/>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FBFC3D39-BA73-DF9B-C19E-88D5E815830C}"/>
              </a:ext>
            </a:extLst>
          </p:cNvPr>
          <p:cNvSpPr>
            <a:spLocks noGrp="1"/>
          </p:cNvSpPr>
          <p:nvPr>
            <p:ph type="sldNum" sz="quarter" idx="12"/>
          </p:nvPr>
        </p:nvSpPr>
        <p:spPr/>
        <p:txBody>
          <a:bodyPr/>
          <a:lstStyle/>
          <a:p>
            <a:fld id="{A648B885-FF76-47CB-8BBD-27E7EBF07CA9}" type="slidenum">
              <a:rPr lang="nl-NL" smtClean="0"/>
              <a:t>‹nr.›</a:t>
            </a:fld>
            <a:endParaRPr lang="nl-NL"/>
          </a:p>
        </p:txBody>
      </p:sp>
      <p:sp>
        <p:nvSpPr>
          <p:cNvPr id="8" name="Rechthoek 7">
            <a:extLst>
              <a:ext uri="{FF2B5EF4-FFF2-40B4-BE49-F238E27FC236}">
                <a16:creationId xmlns:a16="http://schemas.microsoft.com/office/drawing/2014/main" id="{AA4B9750-6228-FC32-2ECA-1DB369F716F0}"/>
              </a:ext>
            </a:extLst>
          </p:cNvPr>
          <p:cNvSpPr/>
          <p:nvPr userDrawn="1"/>
        </p:nvSpPr>
        <p:spPr>
          <a:xfrm>
            <a:off x="-1" y="0"/>
            <a:ext cx="180000" cy="68700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9" name="ArtworkLogo">
            <a:extLst>
              <a:ext uri="{FF2B5EF4-FFF2-40B4-BE49-F238E27FC236}">
                <a16:creationId xmlns:a16="http://schemas.microsoft.com/office/drawing/2014/main" id="{99569BF7-1D6F-9277-D1CE-2CCC6A1FEE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83929" y="303802"/>
            <a:ext cx="1629294" cy="830672"/>
          </a:xfrm>
          <a:prstGeom prst="rect">
            <a:avLst/>
          </a:prstGeom>
        </p:spPr>
      </p:pic>
    </p:spTree>
    <p:extLst>
      <p:ext uri="{BB962C8B-B14F-4D97-AF65-F5344CB8AC3E}">
        <p14:creationId xmlns:p14="http://schemas.microsoft.com/office/powerpoint/2010/main" val="6975127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6C8B7F-8EAE-DFFE-3C9F-C75106A36E49}"/>
              </a:ext>
            </a:extLst>
          </p:cNvPr>
          <p:cNvSpPr>
            <a:spLocks noGrp="1"/>
          </p:cNvSpPr>
          <p:nvPr>
            <p:ph type="title"/>
          </p:nvPr>
        </p:nvSpPr>
        <p:spPr>
          <a:xfrm>
            <a:off x="300039" y="1"/>
            <a:ext cx="5651499" cy="1280159"/>
          </a:xfrm>
        </p:spPr>
        <p:txBody>
          <a:bodyPr rIns="108000"/>
          <a:lstStyle/>
          <a:p>
            <a:r>
              <a:rPr lang="nl-NL"/>
              <a:t>Klik om stijl te bewerken</a:t>
            </a:r>
          </a:p>
        </p:txBody>
      </p:sp>
      <p:sp>
        <p:nvSpPr>
          <p:cNvPr id="3" name="Tijdelijke aanduiding voor inhoud 2">
            <a:extLst>
              <a:ext uri="{FF2B5EF4-FFF2-40B4-BE49-F238E27FC236}">
                <a16:creationId xmlns:a16="http://schemas.microsoft.com/office/drawing/2014/main" id="{C4A234CF-E505-C018-55A9-3F18862543F8}"/>
              </a:ext>
            </a:extLst>
          </p:cNvPr>
          <p:cNvSpPr>
            <a:spLocks noGrp="1"/>
          </p:cNvSpPr>
          <p:nvPr>
            <p:ph sz="half" idx="1"/>
          </p:nvPr>
        </p:nvSpPr>
        <p:spPr>
          <a:xfrm>
            <a:off x="300038" y="1520824"/>
            <a:ext cx="5651498" cy="5152537"/>
          </a:xfrm>
        </p:spPr>
        <p:txBody>
          <a:bodyPr rIns="108000">
            <a:normAutofit/>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24BEC6D9-4EE8-76E6-0339-AB3A98617EA1}"/>
              </a:ext>
            </a:extLst>
          </p:cNvPr>
          <p:cNvSpPr>
            <a:spLocks noGrp="1"/>
          </p:cNvSpPr>
          <p:nvPr>
            <p:ph type="dt" sz="half" idx="10"/>
          </p:nvPr>
        </p:nvSpPr>
        <p:spPr>
          <a:xfrm>
            <a:off x="320735" y="6971445"/>
            <a:ext cx="1981596" cy="184616"/>
          </a:xfrm>
        </p:spPr>
        <p:txBody>
          <a:bodyPr/>
          <a:lstStyle/>
          <a:p>
            <a:fld id="{E0A2F211-4CA0-46C3-BAC9-237EE5A60786}" type="datetime1">
              <a:rPr lang="nl-NL" smtClean="0"/>
              <a:t>6-11-2025</a:t>
            </a:fld>
            <a:endParaRPr lang="nl-NL"/>
          </a:p>
        </p:txBody>
      </p:sp>
      <p:sp>
        <p:nvSpPr>
          <p:cNvPr id="6" name="Tijdelijke aanduiding voor voettekst 5">
            <a:extLst>
              <a:ext uri="{FF2B5EF4-FFF2-40B4-BE49-F238E27FC236}">
                <a16:creationId xmlns:a16="http://schemas.microsoft.com/office/drawing/2014/main" id="{A1FB164C-CDA8-CCEC-0F77-77468940A154}"/>
              </a:ext>
            </a:extLst>
          </p:cNvPr>
          <p:cNvSpPr>
            <a:spLocks noGrp="1"/>
          </p:cNvSpPr>
          <p:nvPr>
            <p:ph type="ftr" sz="quarter" idx="11"/>
          </p:nvPr>
        </p:nvSpPr>
        <p:spPr>
          <a:xfrm>
            <a:off x="2411187" y="6971445"/>
            <a:ext cx="8588828" cy="184616"/>
          </a:xfrm>
        </p:spPr>
        <p:txBody>
          <a:bodyPr/>
          <a:lstStyle/>
          <a:p>
            <a:endParaRPr lang="nl-NL"/>
          </a:p>
        </p:txBody>
      </p:sp>
      <p:sp>
        <p:nvSpPr>
          <p:cNvPr id="7" name="Tijdelijke aanduiding voor dianummer 6">
            <a:extLst>
              <a:ext uri="{FF2B5EF4-FFF2-40B4-BE49-F238E27FC236}">
                <a16:creationId xmlns:a16="http://schemas.microsoft.com/office/drawing/2014/main" id="{FBFC3D39-BA73-DF9B-C19E-88D5E815830C}"/>
              </a:ext>
            </a:extLst>
          </p:cNvPr>
          <p:cNvSpPr>
            <a:spLocks noGrp="1"/>
          </p:cNvSpPr>
          <p:nvPr>
            <p:ph type="sldNum" sz="quarter" idx="12"/>
          </p:nvPr>
        </p:nvSpPr>
        <p:spPr>
          <a:xfrm>
            <a:off x="11119758" y="6971445"/>
            <a:ext cx="768135" cy="184616"/>
          </a:xfrm>
        </p:spPr>
        <p:txBody>
          <a:bodyPr/>
          <a:lstStyle/>
          <a:p>
            <a:fld id="{A648B885-FF76-47CB-8BBD-27E7EBF07CA9}" type="slidenum">
              <a:rPr lang="nl-NL" smtClean="0"/>
              <a:t>‹nr.›</a:t>
            </a:fld>
            <a:endParaRPr lang="nl-NL"/>
          </a:p>
        </p:txBody>
      </p:sp>
      <p:sp>
        <p:nvSpPr>
          <p:cNvPr id="9" name="Tijdelijke aanduiding voor afbeelding 8">
            <a:extLst>
              <a:ext uri="{FF2B5EF4-FFF2-40B4-BE49-F238E27FC236}">
                <a16:creationId xmlns:a16="http://schemas.microsoft.com/office/drawing/2014/main" id="{1038B7A9-983C-A565-EC4B-ED55929A29E6}"/>
              </a:ext>
            </a:extLst>
          </p:cNvPr>
          <p:cNvSpPr>
            <a:spLocks noGrp="1"/>
          </p:cNvSpPr>
          <p:nvPr>
            <p:ph type="pic" sz="quarter" idx="13"/>
          </p:nvPr>
        </p:nvSpPr>
        <p:spPr>
          <a:xfrm>
            <a:off x="6096000" y="0"/>
            <a:ext cx="6096000" cy="6858000"/>
          </a:xfrm>
          <a:solidFill>
            <a:schemeClr val="bg1">
              <a:lumMod val="95000"/>
            </a:schemeClr>
          </a:solidFill>
        </p:spPr>
        <p:txBody>
          <a:bodyPr>
            <a:normAutofit/>
          </a:bodyPr>
          <a:lstStyle>
            <a:lvl1pPr marL="0" indent="0" algn="ctr">
              <a:buNone/>
              <a:defRPr sz="2000">
                <a:solidFill>
                  <a:schemeClr val="tx2"/>
                </a:solidFill>
              </a:defRPr>
            </a:lvl1pPr>
          </a:lstStyle>
          <a:p>
            <a:r>
              <a:rPr lang="nl-NL"/>
              <a:t>Klik op het pictogram als u een afbeelding wilt toevoegen</a:t>
            </a:r>
          </a:p>
        </p:txBody>
      </p:sp>
      <p:sp>
        <p:nvSpPr>
          <p:cNvPr id="8" name="Rechthoek 7">
            <a:extLst>
              <a:ext uri="{FF2B5EF4-FFF2-40B4-BE49-F238E27FC236}">
                <a16:creationId xmlns:a16="http://schemas.microsoft.com/office/drawing/2014/main" id="{01697A7E-ACCE-5011-540F-ABCB2C8EB371}"/>
              </a:ext>
            </a:extLst>
          </p:cNvPr>
          <p:cNvSpPr/>
          <p:nvPr userDrawn="1"/>
        </p:nvSpPr>
        <p:spPr>
          <a:xfrm>
            <a:off x="-1" y="0"/>
            <a:ext cx="180000" cy="68700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25409386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8_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6C8B7F-8EAE-DFFE-3C9F-C75106A36E49}"/>
              </a:ext>
            </a:extLst>
          </p:cNvPr>
          <p:cNvSpPr>
            <a:spLocks noGrp="1"/>
          </p:cNvSpPr>
          <p:nvPr>
            <p:ph type="title"/>
          </p:nvPr>
        </p:nvSpPr>
        <p:spPr>
          <a:xfrm>
            <a:off x="6240464" y="1"/>
            <a:ext cx="5651499" cy="1280159"/>
          </a:xfrm>
        </p:spPr>
        <p:txBody>
          <a:bodyPr lIns="108000"/>
          <a:lstStyle/>
          <a:p>
            <a:r>
              <a:rPr lang="nl-NL"/>
              <a:t>Klik om stijl te bewerken</a:t>
            </a:r>
          </a:p>
        </p:txBody>
      </p:sp>
      <p:sp>
        <p:nvSpPr>
          <p:cNvPr id="3" name="Tijdelijke aanduiding voor inhoud 2">
            <a:extLst>
              <a:ext uri="{FF2B5EF4-FFF2-40B4-BE49-F238E27FC236}">
                <a16:creationId xmlns:a16="http://schemas.microsoft.com/office/drawing/2014/main" id="{C4A234CF-E505-C018-55A9-3F18862543F8}"/>
              </a:ext>
            </a:extLst>
          </p:cNvPr>
          <p:cNvSpPr>
            <a:spLocks noGrp="1"/>
          </p:cNvSpPr>
          <p:nvPr>
            <p:ph sz="half" idx="1"/>
          </p:nvPr>
        </p:nvSpPr>
        <p:spPr>
          <a:xfrm>
            <a:off x="6240463" y="1520825"/>
            <a:ext cx="5651500" cy="4932363"/>
          </a:xfrm>
        </p:spPr>
        <p:txBody>
          <a:bodyPr lIns="108000">
            <a:normAutofit/>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24BEC6D9-4EE8-76E6-0339-AB3A98617EA1}"/>
              </a:ext>
            </a:extLst>
          </p:cNvPr>
          <p:cNvSpPr>
            <a:spLocks noGrp="1"/>
          </p:cNvSpPr>
          <p:nvPr>
            <p:ph type="dt" sz="half" idx="10"/>
          </p:nvPr>
        </p:nvSpPr>
        <p:spPr>
          <a:xfrm>
            <a:off x="320735" y="6971456"/>
            <a:ext cx="1981596" cy="184616"/>
          </a:xfrm>
        </p:spPr>
        <p:txBody>
          <a:bodyPr/>
          <a:lstStyle/>
          <a:p>
            <a:fld id="{E0A2F211-4CA0-46C3-BAC9-237EE5A60786}" type="datetime1">
              <a:rPr lang="nl-NL" smtClean="0"/>
              <a:t>6-11-2025</a:t>
            </a:fld>
            <a:endParaRPr lang="nl-NL"/>
          </a:p>
        </p:txBody>
      </p:sp>
      <p:sp>
        <p:nvSpPr>
          <p:cNvPr id="6" name="Tijdelijke aanduiding voor voettekst 5">
            <a:extLst>
              <a:ext uri="{FF2B5EF4-FFF2-40B4-BE49-F238E27FC236}">
                <a16:creationId xmlns:a16="http://schemas.microsoft.com/office/drawing/2014/main" id="{A1FB164C-CDA8-CCEC-0F77-77468940A154}"/>
              </a:ext>
            </a:extLst>
          </p:cNvPr>
          <p:cNvSpPr>
            <a:spLocks noGrp="1"/>
          </p:cNvSpPr>
          <p:nvPr>
            <p:ph type="ftr" sz="quarter" idx="11"/>
          </p:nvPr>
        </p:nvSpPr>
        <p:spPr>
          <a:xfrm>
            <a:off x="2411187" y="6971456"/>
            <a:ext cx="8588828" cy="184616"/>
          </a:xfrm>
        </p:spPr>
        <p:txBody>
          <a:bodyPr/>
          <a:lstStyle/>
          <a:p>
            <a:endParaRPr lang="nl-NL"/>
          </a:p>
        </p:txBody>
      </p:sp>
      <p:sp>
        <p:nvSpPr>
          <p:cNvPr id="7" name="Tijdelijke aanduiding voor dianummer 6">
            <a:extLst>
              <a:ext uri="{FF2B5EF4-FFF2-40B4-BE49-F238E27FC236}">
                <a16:creationId xmlns:a16="http://schemas.microsoft.com/office/drawing/2014/main" id="{FBFC3D39-BA73-DF9B-C19E-88D5E815830C}"/>
              </a:ext>
            </a:extLst>
          </p:cNvPr>
          <p:cNvSpPr>
            <a:spLocks noGrp="1"/>
          </p:cNvSpPr>
          <p:nvPr>
            <p:ph type="sldNum" sz="quarter" idx="12"/>
          </p:nvPr>
        </p:nvSpPr>
        <p:spPr/>
        <p:txBody>
          <a:bodyPr/>
          <a:lstStyle/>
          <a:p>
            <a:fld id="{A648B885-FF76-47CB-8BBD-27E7EBF07CA9}" type="slidenum">
              <a:rPr lang="nl-NL" smtClean="0"/>
              <a:t>‹nr.›</a:t>
            </a:fld>
            <a:endParaRPr lang="nl-NL"/>
          </a:p>
        </p:txBody>
      </p:sp>
      <p:sp>
        <p:nvSpPr>
          <p:cNvPr id="10" name="Tijdelijke aanduiding voor afbeelding 8">
            <a:extLst>
              <a:ext uri="{FF2B5EF4-FFF2-40B4-BE49-F238E27FC236}">
                <a16:creationId xmlns:a16="http://schemas.microsoft.com/office/drawing/2014/main" id="{9FB750C7-4805-0ECC-3FA0-D2C3B8780142}"/>
              </a:ext>
            </a:extLst>
          </p:cNvPr>
          <p:cNvSpPr>
            <a:spLocks noGrp="1"/>
          </p:cNvSpPr>
          <p:nvPr>
            <p:ph type="pic" sz="quarter" idx="13"/>
          </p:nvPr>
        </p:nvSpPr>
        <p:spPr>
          <a:xfrm>
            <a:off x="0" y="0"/>
            <a:ext cx="6096000" cy="6858000"/>
          </a:xfrm>
          <a:solidFill>
            <a:schemeClr val="bg1">
              <a:lumMod val="95000"/>
            </a:schemeClr>
          </a:solidFill>
        </p:spPr>
        <p:txBody>
          <a:bodyPr>
            <a:normAutofit/>
          </a:bodyPr>
          <a:lstStyle>
            <a:lvl1pPr marL="0" indent="0" algn="ctr">
              <a:buNone/>
              <a:defRPr sz="2000">
                <a:solidFill>
                  <a:schemeClr val="tx2"/>
                </a:solidFill>
              </a:defRPr>
            </a:lvl1pPr>
          </a:lstStyle>
          <a:p>
            <a:r>
              <a:rPr lang="nl-NL"/>
              <a:t>Klik op het pictogram als u een afbeelding wilt toevoegen</a:t>
            </a:r>
          </a:p>
        </p:txBody>
      </p:sp>
    </p:spTree>
    <p:extLst>
      <p:ext uri="{BB962C8B-B14F-4D97-AF65-F5344CB8AC3E}">
        <p14:creationId xmlns:p14="http://schemas.microsoft.com/office/powerpoint/2010/main" val="24240004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_Inhoud van twee">
    <p:bg>
      <p:bgPr>
        <a:solidFill>
          <a:schemeClr val="accent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1038B7A9-983C-A565-EC4B-ED55929A29E6}"/>
              </a:ext>
            </a:extLst>
          </p:cNvPr>
          <p:cNvSpPr>
            <a:spLocks noGrp="1"/>
          </p:cNvSpPr>
          <p:nvPr>
            <p:ph type="pic" sz="quarter" idx="13"/>
          </p:nvPr>
        </p:nvSpPr>
        <p:spPr>
          <a:xfrm>
            <a:off x="6096000" y="0"/>
            <a:ext cx="6096000" cy="6858000"/>
          </a:xfrm>
          <a:solidFill>
            <a:schemeClr val="bg1">
              <a:lumMod val="95000"/>
            </a:schemeClr>
          </a:solidFill>
        </p:spPr>
        <p:txBody>
          <a:bodyPr>
            <a:normAutofit/>
          </a:bodyPr>
          <a:lstStyle>
            <a:lvl1pPr marL="0" indent="0" algn="ctr">
              <a:buNone/>
              <a:defRPr sz="2000">
                <a:solidFill>
                  <a:schemeClr val="tx2"/>
                </a:solidFill>
              </a:defRPr>
            </a:lvl1pPr>
          </a:lstStyle>
          <a:p>
            <a:r>
              <a:rPr lang="nl-NL"/>
              <a:t>Klik op het pictogram als u een afbeelding wilt toevoegen</a:t>
            </a:r>
          </a:p>
        </p:txBody>
      </p:sp>
      <p:sp>
        <p:nvSpPr>
          <p:cNvPr id="2" name="Titel 1">
            <a:extLst>
              <a:ext uri="{FF2B5EF4-FFF2-40B4-BE49-F238E27FC236}">
                <a16:creationId xmlns:a16="http://schemas.microsoft.com/office/drawing/2014/main" id="{186C8B7F-8EAE-DFFE-3C9F-C75106A36E49}"/>
              </a:ext>
            </a:extLst>
          </p:cNvPr>
          <p:cNvSpPr>
            <a:spLocks noGrp="1"/>
          </p:cNvSpPr>
          <p:nvPr>
            <p:ph type="title"/>
          </p:nvPr>
        </p:nvSpPr>
        <p:spPr>
          <a:xfrm>
            <a:off x="300039" y="1"/>
            <a:ext cx="5651499" cy="1280159"/>
          </a:xfrm>
        </p:spPr>
        <p:txBody>
          <a:bodyPr/>
          <a:lstStyle>
            <a:lvl1pPr>
              <a:defRPr sz="3600">
                <a:solidFill>
                  <a:schemeClr val="bg1"/>
                </a:solidFill>
              </a:defRPr>
            </a:lvl1pPr>
          </a:lstStyle>
          <a:p>
            <a:r>
              <a:rPr lang="nl-NL"/>
              <a:t>Klik om stijl te bewerken</a:t>
            </a:r>
          </a:p>
        </p:txBody>
      </p:sp>
      <p:sp>
        <p:nvSpPr>
          <p:cNvPr id="3" name="Tijdelijke aanduiding voor inhoud 2">
            <a:extLst>
              <a:ext uri="{FF2B5EF4-FFF2-40B4-BE49-F238E27FC236}">
                <a16:creationId xmlns:a16="http://schemas.microsoft.com/office/drawing/2014/main" id="{C4A234CF-E505-C018-55A9-3F18862543F8}"/>
              </a:ext>
            </a:extLst>
          </p:cNvPr>
          <p:cNvSpPr>
            <a:spLocks noGrp="1"/>
          </p:cNvSpPr>
          <p:nvPr>
            <p:ph sz="half" idx="1"/>
          </p:nvPr>
        </p:nvSpPr>
        <p:spPr>
          <a:xfrm>
            <a:off x="300038" y="1520825"/>
            <a:ext cx="5651498" cy="4571999"/>
          </a:xfrm>
        </p:spPr>
        <p:txBody>
          <a:bodyPr>
            <a:normAutofit/>
          </a:bodyPr>
          <a:lstStyle>
            <a:lvl1pPr marL="0" indent="0">
              <a:buNone/>
              <a:defRPr sz="2000">
                <a:solidFill>
                  <a:schemeClr val="bg1"/>
                </a:solidFill>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24BEC6D9-4EE8-76E6-0339-AB3A98617EA1}"/>
              </a:ext>
            </a:extLst>
          </p:cNvPr>
          <p:cNvSpPr>
            <a:spLocks noGrp="1"/>
          </p:cNvSpPr>
          <p:nvPr>
            <p:ph type="dt" sz="half" idx="10"/>
          </p:nvPr>
        </p:nvSpPr>
        <p:spPr>
          <a:xfrm>
            <a:off x="320735" y="6918696"/>
            <a:ext cx="1981596" cy="184616"/>
          </a:xfrm>
        </p:spPr>
        <p:txBody>
          <a:bodyPr/>
          <a:lstStyle/>
          <a:p>
            <a:fld id="{E0A2F211-4CA0-46C3-BAC9-237EE5A60786}" type="datetime1">
              <a:rPr lang="nl-NL" smtClean="0"/>
              <a:t>6-11-2025</a:t>
            </a:fld>
            <a:endParaRPr lang="nl-NL"/>
          </a:p>
        </p:txBody>
      </p:sp>
      <p:sp>
        <p:nvSpPr>
          <p:cNvPr id="6" name="Tijdelijke aanduiding voor voettekst 5">
            <a:extLst>
              <a:ext uri="{FF2B5EF4-FFF2-40B4-BE49-F238E27FC236}">
                <a16:creationId xmlns:a16="http://schemas.microsoft.com/office/drawing/2014/main" id="{A1FB164C-CDA8-CCEC-0F77-77468940A154}"/>
              </a:ext>
            </a:extLst>
          </p:cNvPr>
          <p:cNvSpPr>
            <a:spLocks noGrp="1"/>
          </p:cNvSpPr>
          <p:nvPr>
            <p:ph type="ftr" sz="quarter" idx="11"/>
          </p:nvPr>
        </p:nvSpPr>
        <p:spPr>
          <a:xfrm>
            <a:off x="2411187" y="6918696"/>
            <a:ext cx="8588828" cy="184616"/>
          </a:xfrm>
        </p:spPr>
        <p:txBody>
          <a:bodyPr/>
          <a:lstStyle/>
          <a:p>
            <a:endParaRPr lang="nl-NL"/>
          </a:p>
        </p:txBody>
      </p:sp>
      <p:sp>
        <p:nvSpPr>
          <p:cNvPr id="7" name="Tijdelijke aanduiding voor dianummer 6">
            <a:extLst>
              <a:ext uri="{FF2B5EF4-FFF2-40B4-BE49-F238E27FC236}">
                <a16:creationId xmlns:a16="http://schemas.microsoft.com/office/drawing/2014/main" id="{FBFC3D39-BA73-DF9B-C19E-88D5E815830C}"/>
              </a:ext>
            </a:extLst>
          </p:cNvPr>
          <p:cNvSpPr>
            <a:spLocks noGrp="1"/>
          </p:cNvSpPr>
          <p:nvPr>
            <p:ph type="sldNum" sz="quarter" idx="12"/>
          </p:nvPr>
        </p:nvSpPr>
        <p:spPr>
          <a:xfrm>
            <a:off x="11119758" y="6918696"/>
            <a:ext cx="768135" cy="184616"/>
          </a:xfrm>
        </p:spPr>
        <p:txBody>
          <a:bodyPr/>
          <a:lstStyle/>
          <a:p>
            <a:fld id="{A648B885-FF76-47CB-8BBD-27E7EBF07CA9}" type="slidenum">
              <a:rPr lang="nl-NL" smtClean="0"/>
              <a:t>‹nr.›</a:t>
            </a:fld>
            <a:endParaRPr lang="nl-NL"/>
          </a:p>
        </p:txBody>
      </p:sp>
    </p:spTree>
    <p:extLst>
      <p:ext uri="{BB962C8B-B14F-4D97-AF65-F5344CB8AC3E}">
        <p14:creationId xmlns:p14="http://schemas.microsoft.com/office/powerpoint/2010/main" val="1831183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Inhoud van twee">
    <p:bg>
      <p:bgPr>
        <a:solidFill>
          <a:schemeClr val="accent2"/>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1038B7A9-983C-A565-EC4B-ED55929A29E6}"/>
              </a:ext>
            </a:extLst>
          </p:cNvPr>
          <p:cNvSpPr>
            <a:spLocks noGrp="1"/>
          </p:cNvSpPr>
          <p:nvPr>
            <p:ph type="pic" sz="quarter" idx="13"/>
          </p:nvPr>
        </p:nvSpPr>
        <p:spPr>
          <a:xfrm>
            <a:off x="6096000" y="0"/>
            <a:ext cx="6096000" cy="6858000"/>
          </a:xfrm>
          <a:solidFill>
            <a:schemeClr val="bg1">
              <a:lumMod val="95000"/>
            </a:schemeClr>
          </a:solidFill>
        </p:spPr>
        <p:txBody>
          <a:bodyPr>
            <a:normAutofit/>
          </a:bodyPr>
          <a:lstStyle>
            <a:lvl1pPr marL="0" indent="0" algn="ctr">
              <a:buNone/>
              <a:defRPr sz="2000">
                <a:solidFill>
                  <a:schemeClr val="tx2"/>
                </a:solidFill>
              </a:defRPr>
            </a:lvl1pPr>
          </a:lstStyle>
          <a:p>
            <a:r>
              <a:rPr lang="nl-NL"/>
              <a:t>Klik op het pictogram als u een afbeelding wilt toevoegen</a:t>
            </a:r>
          </a:p>
        </p:txBody>
      </p:sp>
      <p:sp>
        <p:nvSpPr>
          <p:cNvPr id="2" name="Titel 1">
            <a:extLst>
              <a:ext uri="{FF2B5EF4-FFF2-40B4-BE49-F238E27FC236}">
                <a16:creationId xmlns:a16="http://schemas.microsoft.com/office/drawing/2014/main" id="{186C8B7F-8EAE-DFFE-3C9F-C75106A36E49}"/>
              </a:ext>
            </a:extLst>
          </p:cNvPr>
          <p:cNvSpPr>
            <a:spLocks noGrp="1"/>
          </p:cNvSpPr>
          <p:nvPr>
            <p:ph type="title"/>
          </p:nvPr>
        </p:nvSpPr>
        <p:spPr>
          <a:xfrm>
            <a:off x="300039" y="1"/>
            <a:ext cx="5651499" cy="1280159"/>
          </a:xfrm>
        </p:spPr>
        <p:txBody>
          <a:bodyPr/>
          <a:lstStyle>
            <a:lvl1pPr>
              <a:defRPr sz="3600">
                <a:solidFill>
                  <a:schemeClr val="bg1"/>
                </a:solidFill>
              </a:defRPr>
            </a:lvl1pPr>
          </a:lstStyle>
          <a:p>
            <a:r>
              <a:rPr lang="nl-NL"/>
              <a:t>Klik om stijl te bewerken</a:t>
            </a:r>
          </a:p>
        </p:txBody>
      </p:sp>
      <p:sp>
        <p:nvSpPr>
          <p:cNvPr id="3" name="Tijdelijke aanduiding voor inhoud 2">
            <a:extLst>
              <a:ext uri="{FF2B5EF4-FFF2-40B4-BE49-F238E27FC236}">
                <a16:creationId xmlns:a16="http://schemas.microsoft.com/office/drawing/2014/main" id="{C4A234CF-E505-C018-55A9-3F18862543F8}"/>
              </a:ext>
            </a:extLst>
          </p:cNvPr>
          <p:cNvSpPr>
            <a:spLocks noGrp="1"/>
          </p:cNvSpPr>
          <p:nvPr>
            <p:ph sz="half" idx="1"/>
          </p:nvPr>
        </p:nvSpPr>
        <p:spPr>
          <a:xfrm>
            <a:off x="300038" y="1520825"/>
            <a:ext cx="5651498" cy="4571999"/>
          </a:xfrm>
        </p:spPr>
        <p:txBody>
          <a:bodyPr>
            <a:normAutofit/>
          </a:bodyPr>
          <a:lstStyle>
            <a:lvl1pPr marL="0" indent="0">
              <a:buNone/>
              <a:defRPr sz="2000">
                <a:solidFill>
                  <a:schemeClr val="bg1"/>
                </a:solidFill>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24BEC6D9-4EE8-76E6-0339-AB3A98617EA1}"/>
              </a:ext>
            </a:extLst>
          </p:cNvPr>
          <p:cNvSpPr>
            <a:spLocks noGrp="1"/>
          </p:cNvSpPr>
          <p:nvPr>
            <p:ph type="dt" sz="half" idx="10"/>
          </p:nvPr>
        </p:nvSpPr>
        <p:spPr>
          <a:xfrm>
            <a:off x="320735" y="6909900"/>
            <a:ext cx="1981596" cy="184616"/>
          </a:xfrm>
        </p:spPr>
        <p:txBody>
          <a:bodyPr/>
          <a:lstStyle/>
          <a:p>
            <a:fld id="{E0A2F211-4CA0-46C3-BAC9-237EE5A60786}" type="datetime1">
              <a:rPr lang="nl-NL" smtClean="0"/>
              <a:t>6-11-2025</a:t>
            </a:fld>
            <a:endParaRPr lang="nl-NL"/>
          </a:p>
        </p:txBody>
      </p:sp>
      <p:sp>
        <p:nvSpPr>
          <p:cNvPr id="6" name="Tijdelijke aanduiding voor voettekst 5">
            <a:extLst>
              <a:ext uri="{FF2B5EF4-FFF2-40B4-BE49-F238E27FC236}">
                <a16:creationId xmlns:a16="http://schemas.microsoft.com/office/drawing/2014/main" id="{A1FB164C-CDA8-CCEC-0F77-77468940A154}"/>
              </a:ext>
            </a:extLst>
          </p:cNvPr>
          <p:cNvSpPr>
            <a:spLocks noGrp="1"/>
          </p:cNvSpPr>
          <p:nvPr>
            <p:ph type="ftr" sz="quarter" idx="11"/>
          </p:nvPr>
        </p:nvSpPr>
        <p:spPr>
          <a:xfrm>
            <a:off x="2411187" y="6909900"/>
            <a:ext cx="8588828" cy="184616"/>
          </a:xfrm>
        </p:spPr>
        <p:txBody>
          <a:bodyPr/>
          <a:lstStyle/>
          <a:p>
            <a:endParaRPr lang="nl-NL"/>
          </a:p>
        </p:txBody>
      </p:sp>
      <p:sp>
        <p:nvSpPr>
          <p:cNvPr id="7" name="Tijdelijke aanduiding voor dianummer 6">
            <a:extLst>
              <a:ext uri="{FF2B5EF4-FFF2-40B4-BE49-F238E27FC236}">
                <a16:creationId xmlns:a16="http://schemas.microsoft.com/office/drawing/2014/main" id="{FBFC3D39-BA73-DF9B-C19E-88D5E815830C}"/>
              </a:ext>
            </a:extLst>
          </p:cNvPr>
          <p:cNvSpPr>
            <a:spLocks noGrp="1"/>
          </p:cNvSpPr>
          <p:nvPr>
            <p:ph type="sldNum" sz="quarter" idx="12"/>
          </p:nvPr>
        </p:nvSpPr>
        <p:spPr>
          <a:xfrm>
            <a:off x="11119758" y="6909900"/>
            <a:ext cx="768135" cy="184616"/>
          </a:xfrm>
        </p:spPr>
        <p:txBody>
          <a:bodyPr/>
          <a:lstStyle/>
          <a:p>
            <a:fld id="{A648B885-FF76-47CB-8BBD-27E7EBF07CA9}" type="slidenum">
              <a:rPr lang="nl-NL" smtClean="0"/>
              <a:t>‹nr.›</a:t>
            </a:fld>
            <a:endParaRPr lang="nl-NL"/>
          </a:p>
        </p:txBody>
      </p:sp>
    </p:spTree>
    <p:extLst>
      <p:ext uri="{BB962C8B-B14F-4D97-AF65-F5344CB8AC3E}">
        <p14:creationId xmlns:p14="http://schemas.microsoft.com/office/powerpoint/2010/main" val="14858461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6_Inhoud van twee">
    <p:bg>
      <p:bgPr>
        <a:solidFill>
          <a:schemeClr val="accent3"/>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1038B7A9-983C-A565-EC4B-ED55929A29E6}"/>
              </a:ext>
            </a:extLst>
          </p:cNvPr>
          <p:cNvSpPr>
            <a:spLocks noGrp="1"/>
          </p:cNvSpPr>
          <p:nvPr>
            <p:ph type="pic" sz="quarter" idx="13"/>
          </p:nvPr>
        </p:nvSpPr>
        <p:spPr>
          <a:xfrm>
            <a:off x="6096000" y="0"/>
            <a:ext cx="6096000" cy="6858000"/>
          </a:xfrm>
          <a:solidFill>
            <a:schemeClr val="bg1">
              <a:lumMod val="95000"/>
            </a:schemeClr>
          </a:solidFill>
        </p:spPr>
        <p:txBody>
          <a:bodyPr>
            <a:normAutofit/>
          </a:bodyPr>
          <a:lstStyle>
            <a:lvl1pPr marL="0" indent="0" algn="ctr">
              <a:buNone/>
              <a:defRPr sz="2000">
                <a:solidFill>
                  <a:schemeClr val="tx2"/>
                </a:solidFill>
              </a:defRPr>
            </a:lvl1pPr>
          </a:lstStyle>
          <a:p>
            <a:r>
              <a:rPr lang="nl-NL"/>
              <a:t>Klik op het pictogram als u een afbeelding wilt toevoegen</a:t>
            </a:r>
          </a:p>
        </p:txBody>
      </p:sp>
      <p:sp>
        <p:nvSpPr>
          <p:cNvPr id="2" name="Titel 1">
            <a:extLst>
              <a:ext uri="{FF2B5EF4-FFF2-40B4-BE49-F238E27FC236}">
                <a16:creationId xmlns:a16="http://schemas.microsoft.com/office/drawing/2014/main" id="{186C8B7F-8EAE-DFFE-3C9F-C75106A36E49}"/>
              </a:ext>
            </a:extLst>
          </p:cNvPr>
          <p:cNvSpPr>
            <a:spLocks noGrp="1"/>
          </p:cNvSpPr>
          <p:nvPr>
            <p:ph type="title"/>
          </p:nvPr>
        </p:nvSpPr>
        <p:spPr>
          <a:xfrm>
            <a:off x="300039" y="1"/>
            <a:ext cx="5651499" cy="1280159"/>
          </a:xfrm>
        </p:spPr>
        <p:txBody>
          <a:bodyPr/>
          <a:lstStyle>
            <a:lvl1pPr>
              <a:defRPr sz="3600">
                <a:solidFill>
                  <a:schemeClr val="bg1"/>
                </a:solidFill>
              </a:defRPr>
            </a:lvl1pPr>
          </a:lstStyle>
          <a:p>
            <a:r>
              <a:rPr lang="nl-NL"/>
              <a:t>Klik om stijl te bewerken</a:t>
            </a:r>
          </a:p>
        </p:txBody>
      </p:sp>
      <p:sp>
        <p:nvSpPr>
          <p:cNvPr id="3" name="Tijdelijke aanduiding voor inhoud 2">
            <a:extLst>
              <a:ext uri="{FF2B5EF4-FFF2-40B4-BE49-F238E27FC236}">
                <a16:creationId xmlns:a16="http://schemas.microsoft.com/office/drawing/2014/main" id="{C4A234CF-E505-C018-55A9-3F18862543F8}"/>
              </a:ext>
            </a:extLst>
          </p:cNvPr>
          <p:cNvSpPr>
            <a:spLocks noGrp="1"/>
          </p:cNvSpPr>
          <p:nvPr>
            <p:ph sz="half" idx="1"/>
          </p:nvPr>
        </p:nvSpPr>
        <p:spPr>
          <a:xfrm>
            <a:off x="300038" y="1520825"/>
            <a:ext cx="5651498" cy="4571999"/>
          </a:xfrm>
        </p:spPr>
        <p:txBody>
          <a:bodyPr>
            <a:normAutofit/>
          </a:bodyPr>
          <a:lstStyle>
            <a:lvl1pPr marL="0" indent="0">
              <a:buNone/>
              <a:defRPr sz="2000">
                <a:solidFill>
                  <a:schemeClr val="bg1"/>
                </a:solidFill>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24BEC6D9-4EE8-76E6-0339-AB3A98617EA1}"/>
              </a:ext>
            </a:extLst>
          </p:cNvPr>
          <p:cNvSpPr>
            <a:spLocks noGrp="1"/>
          </p:cNvSpPr>
          <p:nvPr>
            <p:ph type="dt" sz="half" idx="10"/>
          </p:nvPr>
        </p:nvSpPr>
        <p:spPr>
          <a:xfrm>
            <a:off x="320735" y="6892315"/>
            <a:ext cx="1981596" cy="184616"/>
          </a:xfrm>
        </p:spPr>
        <p:txBody>
          <a:bodyPr/>
          <a:lstStyle/>
          <a:p>
            <a:fld id="{E0A2F211-4CA0-46C3-BAC9-237EE5A60786}" type="datetime1">
              <a:rPr lang="nl-NL" smtClean="0"/>
              <a:t>6-11-2025</a:t>
            </a:fld>
            <a:endParaRPr lang="nl-NL"/>
          </a:p>
        </p:txBody>
      </p:sp>
      <p:sp>
        <p:nvSpPr>
          <p:cNvPr id="6" name="Tijdelijke aanduiding voor voettekst 5">
            <a:extLst>
              <a:ext uri="{FF2B5EF4-FFF2-40B4-BE49-F238E27FC236}">
                <a16:creationId xmlns:a16="http://schemas.microsoft.com/office/drawing/2014/main" id="{A1FB164C-CDA8-CCEC-0F77-77468940A154}"/>
              </a:ext>
            </a:extLst>
          </p:cNvPr>
          <p:cNvSpPr>
            <a:spLocks noGrp="1"/>
          </p:cNvSpPr>
          <p:nvPr>
            <p:ph type="ftr" sz="quarter" idx="11"/>
          </p:nvPr>
        </p:nvSpPr>
        <p:spPr>
          <a:xfrm>
            <a:off x="2411187" y="6892315"/>
            <a:ext cx="8588828" cy="184616"/>
          </a:xfrm>
        </p:spPr>
        <p:txBody>
          <a:bodyPr/>
          <a:lstStyle/>
          <a:p>
            <a:endParaRPr lang="nl-NL"/>
          </a:p>
        </p:txBody>
      </p:sp>
      <p:sp>
        <p:nvSpPr>
          <p:cNvPr id="7" name="Tijdelijke aanduiding voor dianummer 6">
            <a:extLst>
              <a:ext uri="{FF2B5EF4-FFF2-40B4-BE49-F238E27FC236}">
                <a16:creationId xmlns:a16="http://schemas.microsoft.com/office/drawing/2014/main" id="{FBFC3D39-BA73-DF9B-C19E-88D5E815830C}"/>
              </a:ext>
            </a:extLst>
          </p:cNvPr>
          <p:cNvSpPr>
            <a:spLocks noGrp="1"/>
          </p:cNvSpPr>
          <p:nvPr>
            <p:ph type="sldNum" sz="quarter" idx="12"/>
          </p:nvPr>
        </p:nvSpPr>
        <p:spPr>
          <a:xfrm>
            <a:off x="11119758" y="6892315"/>
            <a:ext cx="768135" cy="184616"/>
          </a:xfrm>
        </p:spPr>
        <p:txBody>
          <a:bodyPr/>
          <a:lstStyle/>
          <a:p>
            <a:fld id="{A648B885-FF76-47CB-8BBD-27E7EBF07CA9}" type="slidenum">
              <a:rPr lang="nl-NL" smtClean="0"/>
              <a:t>‹nr.›</a:t>
            </a:fld>
            <a:endParaRPr lang="nl-NL"/>
          </a:p>
        </p:txBody>
      </p:sp>
    </p:spTree>
    <p:extLst>
      <p:ext uri="{BB962C8B-B14F-4D97-AF65-F5344CB8AC3E}">
        <p14:creationId xmlns:p14="http://schemas.microsoft.com/office/powerpoint/2010/main" val="16269983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a met thema'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6C8B7F-8EAE-DFFE-3C9F-C75106A36E49}"/>
              </a:ext>
            </a:extLst>
          </p:cNvPr>
          <p:cNvSpPr>
            <a:spLocks noGrp="1"/>
          </p:cNvSpPr>
          <p:nvPr>
            <p:ph type="title"/>
          </p:nvPr>
        </p:nvSpPr>
        <p:spPr/>
        <p:txBody>
          <a:bodyPr/>
          <a:lstStyle/>
          <a:p>
            <a:r>
              <a:rPr lang="nl-NL"/>
              <a:t>Klik om stijl te bewerken</a:t>
            </a:r>
          </a:p>
        </p:txBody>
      </p:sp>
      <p:sp>
        <p:nvSpPr>
          <p:cNvPr id="5" name="Tijdelijke aanduiding voor datum 4">
            <a:extLst>
              <a:ext uri="{FF2B5EF4-FFF2-40B4-BE49-F238E27FC236}">
                <a16:creationId xmlns:a16="http://schemas.microsoft.com/office/drawing/2014/main" id="{24BEC6D9-4EE8-76E6-0339-AB3A98617EA1}"/>
              </a:ext>
            </a:extLst>
          </p:cNvPr>
          <p:cNvSpPr>
            <a:spLocks noGrp="1"/>
          </p:cNvSpPr>
          <p:nvPr>
            <p:ph type="dt" sz="half" idx="10"/>
          </p:nvPr>
        </p:nvSpPr>
        <p:spPr/>
        <p:txBody>
          <a:bodyPr/>
          <a:lstStyle/>
          <a:p>
            <a:fld id="{A505C2FD-3A9E-4FB6-9665-708E4478422C}" type="datetime1">
              <a:rPr lang="nl-NL" smtClean="0"/>
              <a:t>6-11-2025</a:t>
            </a:fld>
            <a:endParaRPr lang="nl-NL"/>
          </a:p>
        </p:txBody>
      </p:sp>
      <p:sp>
        <p:nvSpPr>
          <p:cNvPr id="6" name="Tijdelijke aanduiding voor voettekst 5">
            <a:extLst>
              <a:ext uri="{FF2B5EF4-FFF2-40B4-BE49-F238E27FC236}">
                <a16:creationId xmlns:a16="http://schemas.microsoft.com/office/drawing/2014/main" id="{A1FB164C-CDA8-CCEC-0F77-77468940A154}"/>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FBFC3D39-BA73-DF9B-C19E-88D5E815830C}"/>
              </a:ext>
            </a:extLst>
          </p:cNvPr>
          <p:cNvSpPr>
            <a:spLocks noGrp="1"/>
          </p:cNvSpPr>
          <p:nvPr>
            <p:ph type="sldNum" sz="quarter" idx="12"/>
          </p:nvPr>
        </p:nvSpPr>
        <p:spPr/>
        <p:txBody>
          <a:bodyPr/>
          <a:lstStyle/>
          <a:p>
            <a:fld id="{A648B885-FF76-47CB-8BBD-27E7EBF07CA9}" type="slidenum">
              <a:rPr lang="nl-NL" smtClean="0"/>
              <a:t>‹nr.›</a:t>
            </a:fld>
            <a:endParaRPr lang="nl-NL"/>
          </a:p>
        </p:txBody>
      </p:sp>
      <p:sp>
        <p:nvSpPr>
          <p:cNvPr id="11" name="Tijdelijke aanduiding voor tekst 8">
            <a:extLst>
              <a:ext uri="{FF2B5EF4-FFF2-40B4-BE49-F238E27FC236}">
                <a16:creationId xmlns:a16="http://schemas.microsoft.com/office/drawing/2014/main" id="{092EB4F2-6BF4-2A49-29B5-4F85BDB33D16}"/>
              </a:ext>
            </a:extLst>
          </p:cNvPr>
          <p:cNvSpPr>
            <a:spLocks noGrp="1"/>
          </p:cNvSpPr>
          <p:nvPr>
            <p:ph type="body" sz="quarter" idx="13" hasCustomPrompt="1"/>
          </p:nvPr>
        </p:nvSpPr>
        <p:spPr>
          <a:xfrm>
            <a:off x="300037" y="3606827"/>
            <a:ext cx="3412305" cy="308785"/>
          </a:xfrm>
        </p:spPr>
        <p:txBody>
          <a:bodyPr lIns="0" rIns="0" anchor="ctr">
            <a:noAutofit/>
          </a:bodyPr>
          <a:lstStyle>
            <a:lvl1pPr marL="0" indent="0">
              <a:buNone/>
              <a:defRPr sz="1800" b="1">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nl-NL"/>
              <a:t>Titel</a:t>
            </a:r>
          </a:p>
        </p:txBody>
      </p:sp>
      <p:sp>
        <p:nvSpPr>
          <p:cNvPr id="14" name="Tijdelijke aanduiding voor tekst 15">
            <a:extLst>
              <a:ext uri="{FF2B5EF4-FFF2-40B4-BE49-F238E27FC236}">
                <a16:creationId xmlns:a16="http://schemas.microsoft.com/office/drawing/2014/main" id="{5037B0F5-CB2A-FC8C-6198-5AD67C9D7830}"/>
              </a:ext>
            </a:extLst>
          </p:cNvPr>
          <p:cNvSpPr>
            <a:spLocks noGrp="1"/>
          </p:cNvSpPr>
          <p:nvPr>
            <p:ph type="body" sz="quarter" idx="16"/>
          </p:nvPr>
        </p:nvSpPr>
        <p:spPr>
          <a:xfrm>
            <a:off x="320195" y="4112209"/>
            <a:ext cx="3391381" cy="2340979"/>
          </a:xfrm>
        </p:spPr>
        <p:txBody>
          <a:bodyPr lIns="0">
            <a:normAutofit/>
          </a:bodyPr>
          <a:lstStyle>
            <a:lvl1pPr marL="0" indent="0">
              <a:lnSpc>
                <a:spcPct val="95000"/>
              </a:lnSpc>
              <a:buNone/>
              <a:defRPr sz="1400">
                <a:solidFill>
                  <a:schemeClr val="tx2"/>
                </a:solidFill>
              </a:defRPr>
            </a:lvl1pPr>
            <a:lvl2pPr marL="457200" indent="0">
              <a:lnSpc>
                <a:spcPct val="95000"/>
              </a:lnSpc>
              <a:buNone/>
              <a:defRPr sz="1200">
                <a:solidFill>
                  <a:schemeClr val="tx2"/>
                </a:solidFill>
              </a:defRPr>
            </a:lvl2pPr>
            <a:lvl3pPr marL="914400" indent="0">
              <a:lnSpc>
                <a:spcPct val="95000"/>
              </a:lnSpc>
              <a:buNone/>
              <a:defRPr sz="1100">
                <a:solidFill>
                  <a:schemeClr val="tx2"/>
                </a:solidFill>
              </a:defRPr>
            </a:lvl3pPr>
            <a:lvl4pPr marL="1371600" indent="0">
              <a:lnSpc>
                <a:spcPct val="95000"/>
              </a:lnSpc>
              <a:buNone/>
              <a:defRPr sz="1050">
                <a:solidFill>
                  <a:schemeClr val="tx2"/>
                </a:solidFill>
              </a:defRPr>
            </a:lvl4pPr>
            <a:lvl5pPr marL="1828800" indent="0">
              <a:lnSpc>
                <a:spcPct val="95000"/>
              </a:lnSpc>
              <a:buNone/>
              <a:defRPr sz="1050">
                <a:solidFill>
                  <a:schemeClr val="tx2"/>
                </a:solidFill>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17" name="Tijdelijke aanduiding voor tekst 8">
            <a:extLst>
              <a:ext uri="{FF2B5EF4-FFF2-40B4-BE49-F238E27FC236}">
                <a16:creationId xmlns:a16="http://schemas.microsoft.com/office/drawing/2014/main" id="{BE0659CB-6E14-2168-A79C-393B3A523EE1}"/>
              </a:ext>
            </a:extLst>
          </p:cNvPr>
          <p:cNvSpPr>
            <a:spLocks noGrp="1"/>
          </p:cNvSpPr>
          <p:nvPr>
            <p:ph type="body" sz="quarter" idx="17" hasCustomPrompt="1"/>
          </p:nvPr>
        </p:nvSpPr>
        <p:spPr>
          <a:xfrm>
            <a:off x="8500582" y="3604037"/>
            <a:ext cx="3391381" cy="308785"/>
          </a:xfrm>
        </p:spPr>
        <p:txBody>
          <a:bodyPr lIns="0" rIns="0" anchor="ctr">
            <a:noAutofit/>
          </a:bodyPr>
          <a:lstStyle>
            <a:lvl1pPr marL="0" indent="0">
              <a:buNone/>
              <a:defRPr sz="1800" b="1">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nl-NL"/>
              <a:t>Titel</a:t>
            </a:r>
          </a:p>
        </p:txBody>
      </p:sp>
      <p:sp>
        <p:nvSpPr>
          <p:cNvPr id="18" name="Tijdelijke aanduiding voor tekst 15">
            <a:extLst>
              <a:ext uri="{FF2B5EF4-FFF2-40B4-BE49-F238E27FC236}">
                <a16:creationId xmlns:a16="http://schemas.microsoft.com/office/drawing/2014/main" id="{A6D4F84C-3FA7-9394-9AAA-A500F44CE46A}"/>
              </a:ext>
            </a:extLst>
          </p:cNvPr>
          <p:cNvSpPr>
            <a:spLocks noGrp="1"/>
          </p:cNvSpPr>
          <p:nvPr>
            <p:ph type="body" sz="quarter" idx="18"/>
          </p:nvPr>
        </p:nvSpPr>
        <p:spPr>
          <a:xfrm>
            <a:off x="8500355" y="4112209"/>
            <a:ext cx="3391381" cy="2340979"/>
          </a:xfrm>
        </p:spPr>
        <p:txBody>
          <a:bodyPr lIns="0">
            <a:normAutofit/>
          </a:bodyPr>
          <a:lstStyle>
            <a:lvl1pPr marL="0" indent="0">
              <a:lnSpc>
                <a:spcPct val="95000"/>
              </a:lnSpc>
              <a:buNone/>
              <a:defRPr sz="1400">
                <a:solidFill>
                  <a:schemeClr val="tx2"/>
                </a:solidFill>
              </a:defRPr>
            </a:lvl1pPr>
            <a:lvl2pPr marL="457200" indent="0">
              <a:lnSpc>
                <a:spcPct val="95000"/>
              </a:lnSpc>
              <a:buNone/>
              <a:defRPr sz="1200">
                <a:solidFill>
                  <a:schemeClr val="tx2"/>
                </a:solidFill>
              </a:defRPr>
            </a:lvl2pPr>
            <a:lvl3pPr marL="914400" indent="0">
              <a:lnSpc>
                <a:spcPct val="95000"/>
              </a:lnSpc>
              <a:buNone/>
              <a:defRPr sz="1100">
                <a:solidFill>
                  <a:schemeClr val="tx2"/>
                </a:solidFill>
              </a:defRPr>
            </a:lvl3pPr>
            <a:lvl4pPr marL="1371600" indent="0">
              <a:lnSpc>
                <a:spcPct val="95000"/>
              </a:lnSpc>
              <a:buNone/>
              <a:defRPr sz="1050">
                <a:solidFill>
                  <a:schemeClr val="tx2"/>
                </a:solidFill>
              </a:defRPr>
            </a:lvl4pPr>
            <a:lvl5pPr marL="1828800" indent="0">
              <a:lnSpc>
                <a:spcPct val="95000"/>
              </a:lnSpc>
              <a:buNone/>
              <a:defRPr sz="1050">
                <a:solidFill>
                  <a:schemeClr val="tx2"/>
                </a:solidFill>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19" name="Tijdelijke aanduiding voor tekst 8">
            <a:extLst>
              <a:ext uri="{FF2B5EF4-FFF2-40B4-BE49-F238E27FC236}">
                <a16:creationId xmlns:a16="http://schemas.microsoft.com/office/drawing/2014/main" id="{74A7EE85-3357-ABAF-D191-9DB06D4E2A43}"/>
              </a:ext>
            </a:extLst>
          </p:cNvPr>
          <p:cNvSpPr>
            <a:spLocks noGrp="1"/>
          </p:cNvSpPr>
          <p:nvPr>
            <p:ph type="body" sz="quarter" idx="19" hasCustomPrompt="1"/>
          </p:nvPr>
        </p:nvSpPr>
        <p:spPr>
          <a:xfrm>
            <a:off x="4400309" y="3614923"/>
            <a:ext cx="3391381" cy="308785"/>
          </a:xfrm>
        </p:spPr>
        <p:txBody>
          <a:bodyPr lIns="0" rIns="0" anchor="ctr">
            <a:noAutofit/>
          </a:bodyPr>
          <a:lstStyle>
            <a:lvl1pPr marL="0" indent="0">
              <a:buNone/>
              <a:defRPr sz="1800" b="1">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nl-NL"/>
              <a:t>Titel</a:t>
            </a:r>
          </a:p>
        </p:txBody>
      </p:sp>
      <p:sp>
        <p:nvSpPr>
          <p:cNvPr id="20" name="Tijdelijke aanduiding voor tekst 15">
            <a:extLst>
              <a:ext uri="{FF2B5EF4-FFF2-40B4-BE49-F238E27FC236}">
                <a16:creationId xmlns:a16="http://schemas.microsoft.com/office/drawing/2014/main" id="{A834E811-F800-B2BB-BC3E-B2936BEBBAF8}"/>
              </a:ext>
            </a:extLst>
          </p:cNvPr>
          <p:cNvSpPr>
            <a:spLocks noGrp="1"/>
          </p:cNvSpPr>
          <p:nvPr>
            <p:ph type="body" sz="quarter" idx="20"/>
          </p:nvPr>
        </p:nvSpPr>
        <p:spPr>
          <a:xfrm>
            <a:off x="4400309" y="4112209"/>
            <a:ext cx="3442995" cy="2340979"/>
          </a:xfrm>
        </p:spPr>
        <p:txBody>
          <a:bodyPr lIns="0">
            <a:normAutofit/>
          </a:bodyPr>
          <a:lstStyle>
            <a:lvl1pPr marL="0" indent="0">
              <a:lnSpc>
                <a:spcPct val="95000"/>
              </a:lnSpc>
              <a:buNone/>
              <a:defRPr sz="1400">
                <a:solidFill>
                  <a:schemeClr val="tx2"/>
                </a:solidFill>
              </a:defRPr>
            </a:lvl1pPr>
            <a:lvl2pPr marL="457200" indent="0">
              <a:lnSpc>
                <a:spcPct val="95000"/>
              </a:lnSpc>
              <a:buNone/>
              <a:defRPr sz="1200">
                <a:solidFill>
                  <a:schemeClr val="tx2"/>
                </a:solidFill>
              </a:defRPr>
            </a:lvl2pPr>
            <a:lvl3pPr marL="914400" indent="0">
              <a:lnSpc>
                <a:spcPct val="95000"/>
              </a:lnSpc>
              <a:buNone/>
              <a:defRPr sz="1100">
                <a:solidFill>
                  <a:schemeClr val="tx2"/>
                </a:solidFill>
              </a:defRPr>
            </a:lvl3pPr>
            <a:lvl4pPr marL="1371600" indent="0">
              <a:lnSpc>
                <a:spcPct val="95000"/>
              </a:lnSpc>
              <a:buNone/>
              <a:defRPr sz="1050">
                <a:solidFill>
                  <a:schemeClr val="tx2"/>
                </a:solidFill>
              </a:defRPr>
            </a:lvl4pPr>
            <a:lvl5pPr marL="1828800" indent="0">
              <a:lnSpc>
                <a:spcPct val="95000"/>
              </a:lnSpc>
              <a:buNone/>
              <a:defRPr sz="1050">
                <a:solidFill>
                  <a:schemeClr val="tx2"/>
                </a:solidFill>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22" name="Tijdelijke aanduiding voor afbeelding 21">
            <a:extLst>
              <a:ext uri="{FF2B5EF4-FFF2-40B4-BE49-F238E27FC236}">
                <a16:creationId xmlns:a16="http://schemas.microsoft.com/office/drawing/2014/main" id="{1AAB14BD-6D7A-1F8E-0A43-628CE143A5B8}"/>
              </a:ext>
            </a:extLst>
          </p:cNvPr>
          <p:cNvSpPr>
            <a:spLocks noGrp="1"/>
          </p:cNvSpPr>
          <p:nvPr>
            <p:ph type="pic" sz="quarter" idx="21"/>
          </p:nvPr>
        </p:nvSpPr>
        <p:spPr>
          <a:xfrm>
            <a:off x="299270" y="1510538"/>
            <a:ext cx="3412305" cy="1918462"/>
          </a:xfrm>
          <a:solidFill>
            <a:schemeClr val="bg1">
              <a:lumMod val="95000"/>
            </a:schemeClr>
          </a:solidFill>
        </p:spPr>
        <p:txBody>
          <a:bodyPr>
            <a:normAutofit/>
          </a:bodyPr>
          <a:lstStyle>
            <a:lvl1pPr marL="0" indent="0" algn="ctr">
              <a:buNone/>
              <a:defRPr sz="1800">
                <a:solidFill>
                  <a:schemeClr val="tx2"/>
                </a:solidFill>
              </a:defRPr>
            </a:lvl1pPr>
          </a:lstStyle>
          <a:p>
            <a:r>
              <a:rPr lang="nl-NL"/>
              <a:t>Klik op het pictogram als u een afbeelding wilt toevoegen</a:t>
            </a:r>
          </a:p>
        </p:txBody>
      </p:sp>
      <p:sp>
        <p:nvSpPr>
          <p:cNvPr id="23" name="Tijdelijke aanduiding voor afbeelding 21">
            <a:extLst>
              <a:ext uri="{FF2B5EF4-FFF2-40B4-BE49-F238E27FC236}">
                <a16:creationId xmlns:a16="http://schemas.microsoft.com/office/drawing/2014/main" id="{43A54D3D-7CE2-6CA6-6477-72263150EABD}"/>
              </a:ext>
            </a:extLst>
          </p:cNvPr>
          <p:cNvSpPr>
            <a:spLocks noGrp="1"/>
          </p:cNvSpPr>
          <p:nvPr>
            <p:ph type="pic" sz="quarter" idx="22"/>
          </p:nvPr>
        </p:nvSpPr>
        <p:spPr>
          <a:xfrm>
            <a:off x="4400563" y="1520824"/>
            <a:ext cx="3390900" cy="1896083"/>
          </a:xfrm>
          <a:solidFill>
            <a:schemeClr val="bg1">
              <a:lumMod val="95000"/>
            </a:schemeClr>
          </a:solidFill>
        </p:spPr>
        <p:txBody>
          <a:bodyPr>
            <a:normAutofit/>
          </a:bodyPr>
          <a:lstStyle>
            <a:lvl1pPr marL="0" indent="0" algn="ctr">
              <a:buNone/>
              <a:defRPr sz="1800">
                <a:solidFill>
                  <a:schemeClr val="tx2"/>
                </a:solidFill>
              </a:defRPr>
            </a:lvl1pPr>
          </a:lstStyle>
          <a:p>
            <a:r>
              <a:rPr lang="nl-NL"/>
              <a:t>Klik op het pictogram als u een afbeelding wilt toevoegen</a:t>
            </a:r>
          </a:p>
        </p:txBody>
      </p:sp>
      <p:sp>
        <p:nvSpPr>
          <p:cNvPr id="24" name="Tijdelijke aanduiding voor afbeelding 21">
            <a:extLst>
              <a:ext uri="{FF2B5EF4-FFF2-40B4-BE49-F238E27FC236}">
                <a16:creationId xmlns:a16="http://schemas.microsoft.com/office/drawing/2014/main" id="{6BAB077A-65C4-42E8-210F-E56864579A38}"/>
              </a:ext>
            </a:extLst>
          </p:cNvPr>
          <p:cNvSpPr>
            <a:spLocks noGrp="1"/>
          </p:cNvSpPr>
          <p:nvPr>
            <p:ph type="pic" sz="quarter" idx="23"/>
          </p:nvPr>
        </p:nvSpPr>
        <p:spPr>
          <a:xfrm>
            <a:off x="8501063" y="1520825"/>
            <a:ext cx="3390900" cy="1908176"/>
          </a:xfrm>
          <a:solidFill>
            <a:schemeClr val="bg1">
              <a:lumMod val="95000"/>
            </a:schemeClr>
          </a:solidFill>
        </p:spPr>
        <p:txBody>
          <a:bodyPr>
            <a:normAutofit/>
          </a:bodyPr>
          <a:lstStyle>
            <a:lvl1pPr marL="0" indent="0" algn="ctr">
              <a:buNone/>
              <a:defRPr sz="1800">
                <a:solidFill>
                  <a:schemeClr val="tx2"/>
                </a:solidFill>
              </a:defRPr>
            </a:lvl1pPr>
          </a:lstStyle>
          <a:p>
            <a:r>
              <a:rPr lang="nl-NL"/>
              <a:t>Klik op het pictogram als u een afbeelding wilt toevoegen</a:t>
            </a:r>
          </a:p>
        </p:txBody>
      </p:sp>
    </p:spTree>
    <p:extLst>
      <p:ext uri="{BB962C8B-B14F-4D97-AF65-F5344CB8AC3E}">
        <p14:creationId xmlns:p14="http://schemas.microsoft.com/office/powerpoint/2010/main" val="25429860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am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6A9BEB-31D7-5990-1454-20C0B1CCBFA0}"/>
              </a:ext>
            </a:extLst>
          </p:cNvPr>
          <p:cNvSpPr>
            <a:spLocks noGrp="1"/>
          </p:cNvSpPr>
          <p:nvPr>
            <p:ph type="title"/>
          </p:nvPr>
        </p:nvSpPr>
        <p:spPr/>
        <p:txBody>
          <a:bodyPr/>
          <a:lstStyle/>
          <a:p>
            <a:r>
              <a:rPr lang="nl-NL"/>
              <a:t>Klik om stijl te bewerken</a:t>
            </a:r>
          </a:p>
        </p:txBody>
      </p:sp>
      <p:sp>
        <p:nvSpPr>
          <p:cNvPr id="4" name="Tijdelijke aanduiding voor datum 3">
            <a:extLst>
              <a:ext uri="{FF2B5EF4-FFF2-40B4-BE49-F238E27FC236}">
                <a16:creationId xmlns:a16="http://schemas.microsoft.com/office/drawing/2014/main" id="{801B9DCB-6767-0FAB-4EEB-51B8FE43A627}"/>
              </a:ext>
            </a:extLst>
          </p:cNvPr>
          <p:cNvSpPr>
            <a:spLocks noGrp="1"/>
          </p:cNvSpPr>
          <p:nvPr>
            <p:ph type="dt" sz="half" idx="10"/>
          </p:nvPr>
        </p:nvSpPr>
        <p:spPr/>
        <p:txBody>
          <a:bodyPr/>
          <a:lstStyle/>
          <a:p>
            <a:fld id="{472D8C46-45ED-4977-8DF5-FEAAF18B775F}" type="datetime1">
              <a:rPr lang="nl-NL" smtClean="0"/>
              <a:t>6-11-2025</a:t>
            </a:fld>
            <a:endParaRPr lang="nl-NL"/>
          </a:p>
        </p:txBody>
      </p:sp>
      <p:sp>
        <p:nvSpPr>
          <p:cNvPr id="5" name="Tijdelijke aanduiding voor voettekst 4">
            <a:extLst>
              <a:ext uri="{FF2B5EF4-FFF2-40B4-BE49-F238E27FC236}">
                <a16:creationId xmlns:a16="http://schemas.microsoft.com/office/drawing/2014/main" id="{3217A91C-110C-441A-26CF-15C3C7771038}"/>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1616AD90-C02F-C9FA-46E8-39CDB2530495}"/>
              </a:ext>
            </a:extLst>
          </p:cNvPr>
          <p:cNvSpPr>
            <a:spLocks noGrp="1"/>
          </p:cNvSpPr>
          <p:nvPr>
            <p:ph type="sldNum" sz="quarter" idx="12"/>
          </p:nvPr>
        </p:nvSpPr>
        <p:spPr/>
        <p:txBody>
          <a:bodyPr/>
          <a:lstStyle/>
          <a:p>
            <a:fld id="{A648B885-FF76-47CB-8BBD-27E7EBF07CA9}" type="slidenum">
              <a:rPr lang="nl-NL" smtClean="0"/>
              <a:t>‹nr.›</a:t>
            </a:fld>
            <a:endParaRPr lang="nl-NL"/>
          </a:p>
        </p:txBody>
      </p:sp>
      <p:sp>
        <p:nvSpPr>
          <p:cNvPr id="7" name="Picture Placeholder 10">
            <a:extLst>
              <a:ext uri="{FF2B5EF4-FFF2-40B4-BE49-F238E27FC236}">
                <a16:creationId xmlns:a16="http://schemas.microsoft.com/office/drawing/2014/main" id="{34C0A1A6-72F3-0B92-4C73-E68902C2BD58}"/>
              </a:ext>
            </a:extLst>
          </p:cNvPr>
          <p:cNvSpPr>
            <a:spLocks noGrp="1"/>
          </p:cNvSpPr>
          <p:nvPr>
            <p:ph type="pic" sz="quarter" idx="13" hasCustomPrompt="1"/>
          </p:nvPr>
        </p:nvSpPr>
        <p:spPr>
          <a:xfrm>
            <a:off x="300039" y="1520826"/>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a:t>	</a:t>
            </a:r>
          </a:p>
          <a:p>
            <a:endParaRPr lang="fr-FR"/>
          </a:p>
          <a:p>
            <a:endParaRPr lang="fr-FR"/>
          </a:p>
          <a:p>
            <a:r>
              <a:rPr lang="fr-FR" err="1"/>
              <a:t>Afbeelding</a:t>
            </a:r>
            <a:endParaRPr lang="fr-FR"/>
          </a:p>
        </p:txBody>
      </p:sp>
      <p:sp>
        <p:nvSpPr>
          <p:cNvPr id="9" name="Tijdelijke aanduiding voor tekst 3">
            <a:extLst>
              <a:ext uri="{FF2B5EF4-FFF2-40B4-BE49-F238E27FC236}">
                <a16:creationId xmlns:a16="http://schemas.microsoft.com/office/drawing/2014/main" id="{C819F858-9DE3-548D-8A0E-0F7AEABA908C}"/>
              </a:ext>
            </a:extLst>
          </p:cNvPr>
          <p:cNvSpPr>
            <a:spLocks noGrp="1"/>
          </p:cNvSpPr>
          <p:nvPr>
            <p:ph type="body" sz="quarter" idx="15"/>
          </p:nvPr>
        </p:nvSpPr>
        <p:spPr>
          <a:xfrm>
            <a:off x="2562224" y="1520824"/>
            <a:ext cx="3389313" cy="4932364"/>
          </a:xfrm>
        </p:spPr>
        <p:txBody>
          <a:bodyPr>
            <a:normAutofit/>
          </a:bodyPr>
          <a:lstStyle>
            <a:lvl1pPr marL="0" indent="0">
              <a:buNone/>
              <a:defRPr sz="1800"/>
            </a:lvl1pPr>
            <a:lvl2pPr marL="457200" indent="0">
              <a:buNone/>
              <a:defRPr sz="1800"/>
            </a:lvl2pPr>
            <a:lvl3pPr marL="914400" indent="0">
              <a:buNone/>
              <a:defRPr sz="1600"/>
            </a:lvl3pPr>
            <a:lvl4pPr marL="1371600" indent="0">
              <a:buNone/>
              <a:defRPr sz="1400"/>
            </a:lvl4pPr>
            <a:lvl5pPr marL="1828800" indent="0">
              <a:buNone/>
              <a:defRPr sz="12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11" name="Tijdelijke aanduiding voor tekst 5">
            <a:extLst>
              <a:ext uri="{FF2B5EF4-FFF2-40B4-BE49-F238E27FC236}">
                <a16:creationId xmlns:a16="http://schemas.microsoft.com/office/drawing/2014/main" id="{DBED99CA-91B8-1548-5F03-07EF089CEDE5}"/>
              </a:ext>
            </a:extLst>
          </p:cNvPr>
          <p:cNvSpPr>
            <a:spLocks noGrp="1"/>
          </p:cNvSpPr>
          <p:nvPr>
            <p:ph type="body" sz="quarter" idx="17" hasCustomPrompt="1"/>
          </p:nvPr>
        </p:nvSpPr>
        <p:spPr>
          <a:xfrm>
            <a:off x="300460" y="3616323"/>
            <a:ext cx="2036762" cy="669925"/>
          </a:xfrm>
        </p:spPr>
        <p:txBody>
          <a:bodyPr>
            <a:noAutofit/>
          </a:bodyPr>
          <a:lstStyle>
            <a:lvl1pPr marL="0" indent="0">
              <a:buNone/>
              <a:defRPr sz="1600" b="1">
                <a:solidFill>
                  <a:schemeClr val="tx2"/>
                </a:solidFill>
              </a:defRPr>
            </a:lvl1pPr>
            <a:lvl2pPr marL="358775" indent="0">
              <a:buNone/>
              <a:defRPr/>
            </a:lvl2pPr>
          </a:lstStyle>
          <a:p>
            <a:pPr lvl="0"/>
            <a:r>
              <a:rPr lang="nl-NL"/>
              <a:t>Voornaam Achternaam</a:t>
            </a:r>
          </a:p>
        </p:txBody>
      </p:sp>
      <p:sp>
        <p:nvSpPr>
          <p:cNvPr id="13" name="Picture Placeholder 10">
            <a:extLst>
              <a:ext uri="{FF2B5EF4-FFF2-40B4-BE49-F238E27FC236}">
                <a16:creationId xmlns:a16="http://schemas.microsoft.com/office/drawing/2014/main" id="{5781FE0B-A698-85E7-8C44-C9D6FF2CF35E}"/>
              </a:ext>
            </a:extLst>
          </p:cNvPr>
          <p:cNvSpPr>
            <a:spLocks noGrp="1"/>
          </p:cNvSpPr>
          <p:nvPr>
            <p:ph type="pic" sz="quarter" idx="18" hasCustomPrompt="1"/>
          </p:nvPr>
        </p:nvSpPr>
        <p:spPr>
          <a:xfrm>
            <a:off x="6240465" y="1520827"/>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a:t>	</a:t>
            </a:r>
          </a:p>
          <a:p>
            <a:endParaRPr lang="fr-FR"/>
          </a:p>
          <a:p>
            <a:endParaRPr lang="fr-FR"/>
          </a:p>
          <a:p>
            <a:r>
              <a:rPr lang="fr-FR" err="1"/>
              <a:t>Afbeelding</a:t>
            </a:r>
            <a:endParaRPr lang="fr-FR"/>
          </a:p>
        </p:txBody>
      </p:sp>
      <p:sp>
        <p:nvSpPr>
          <p:cNvPr id="14" name="Tijdelijke aanduiding voor tekst 3">
            <a:extLst>
              <a:ext uri="{FF2B5EF4-FFF2-40B4-BE49-F238E27FC236}">
                <a16:creationId xmlns:a16="http://schemas.microsoft.com/office/drawing/2014/main" id="{2DB970C1-4D66-6D68-5008-5F90B69486D7}"/>
              </a:ext>
            </a:extLst>
          </p:cNvPr>
          <p:cNvSpPr>
            <a:spLocks noGrp="1"/>
          </p:cNvSpPr>
          <p:nvPr>
            <p:ph type="body" sz="quarter" idx="19"/>
          </p:nvPr>
        </p:nvSpPr>
        <p:spPr>
          <a:xfrm>
            <a:off x="8502650" y="1520825"/>
            <a:ext cx="3389313" cy="4932363"/>
          </a:xfrm>
        </p:spPr>
        <p:txBody>
          <a:bodyPr>
            <a:normAutofit/>
          </a:bodyPr>
          <a:lstStyle>
            <a:lvl1pPr marL="0" indent="0">
              <a:buNone/>
              <a:defRPr sz="1800"/>
            </a:lvl1pPr>
            <a:lvl2pPr marL="457200" indent="0">
              <a:buNone/>
              <a:defRPr sz="1800"/>
            </a:lvl2pPr>
            <a:lvl3pPr marL="914400" indent="0">
              <a:buNone/>
              <a:defRPr sz="1600"/>
            </a:lvl3pPr>
            <a:lvl4pPr marL="1371600" indent="0">
              <a:buNone/>
              <a:defRPr sz="1400"/>
            </a:lvl4pPr>
            <a:lvl5pPr marL="1828800" indent="0">
              <a:buNone/>
              <a:defRPr sz="12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15" name="Tijdelijke aanduiding voor tekst 5">
            <a:extLst>
              <a:ext uri="{FF2B5EF4-FFF2-40B4-BE49-F238E27FC236}">
                <a16:creationId xmlns:a16="http://schemas.microsoft.com/office/drawing/2014/main" id="{365D69B6-C0B9-262E-5A90-5383B291BB75}"/>
              </a:ext>
            </a:extLst>
          </p:cNvPr>
          <p:cNvSpPr>
            <a:spLocks noGrp="1"/>
          </p:cNvSpPr>
          <p:nvPr>
            <p:ph type="body" sz="quarter" idx="20" hasCustomPrompt="1"/>
          </p:nvPr>
        </p:nvSpPr>
        <p:spPr>
          <a:xfrm>
            <a:off x="6240886" y="3616324"/>
            <a:ext cx="2036762" cy="669925"/>
          </a:xfrm>
        </p:spPr>
        <p:txBody>
          <a:bodyPr>
            <a:noAutofit/>
          </a:bodyPr>
          <a:lstStyle>
            <a:lvl1pPr marL="0" indent="0">
              <a:buNone/>
              <a:defRPr sz="1600" b="1">
                <a:solidFill>
                  <a:schemeClr val="tx2"/>
                </a:solidFill>
              </a:defRPr>
            </a:lvl1pPr>
            <a:lvl2pPr marL="358775" indent="0">
              <a:buNone/>
              <a:defRPr/>
            </a:lvl2pPr>
          </a:lstStyle>
          <a:p>
            <a:pPr lvl="0"/>
            <a:r>
              <a:rPr lang="nl-NL"/>
              <a:t>Voornaam Achternaam</a:t>
            </a:r>
          </a:p>
        </p:txBody>
      </p:sp>
    </p:spTree>
    <p:extLst>
      <p:ext uri="{BB962C8B-B14F-4D97-AF65-F5344CB8AC3E}">
        <p14:creationId xmlns:p14="http://schemas.microsoft.com/office/powerpoint/2010/main" val="19375652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am van vi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6A9BEB-31D7-5990-1454-20C0B1CCBFA0}"/>
              </a:ext>
            </a:extLst>
          </p:cNvPr>
          <p:cNvSpPr>
            <a:spLocks noGrp="1"/>
          </p:cNvSpPr>
          <p:nvPr>
            <p:ph type="title"/>
          </p:nvPr>
        </p:nvSpPr>
        <p:spPr/>
        <p:txBody>
          <a:bodyPr/>
          <a:lstStyle/>
          <a:p>
            <a:r>
              <a:rPr lang="nl-NL"/>
              <a:t>Klik om stijl te bewerken</a:t>
            </a:r>
          </a:p>
        </p:txBody>
      </p:sp>
      <p:sp>
        <p:nvSpPr>
          <p:cNvPr id="4" name="Tijdelijke aanduiding voor datum 3">
            <a:extLst>
              <a:ext uri="{FF2B5EF4-FFF2-40B4-BE49-F238E27FC236}">
                <a16:creationId xmlns:a16="http://schemas.microsoft.com/office/drawing/2014/main" id="{801B9DCB-6767-0FAB-4EEB-51B8FE43A627}"/>
              </a:ext>
            </a:extLst>
          </p:cNvPr>
          <p:cNvSpPr>
            <a:spLocks noGrp="1"/>
          </p:cNvSpPr>
          <p:nvPr>
            <p:ph type="dt" sz="half" idx="10"/>
          </p:nvPr>
        </p:nvSpPr>
        <p:spPr/>
        <p:txBody>
          <a:bodyPr/>
          <a:lstStyle/>
          <a:p>
            <a:fld id="{472D8C46-45ED-4977-8DF5-FEAAF18B775F}" type="datetime1">
              <a:rPr lang="nl-NL" smtClean="0"/>
              <a:t>6-11-2025</a:t>
            </a:fld>
            <a:endParaRPr lang="nl-NL"/>
          </a:p>
        </p:txBody>
      </p:sp>
      <p:sp>
        <p:nvSpPr>
          <p:cNvPr id="5" name="Tijdelijke aanduiding voor voettekst 4">
            <a:extLst>
              <a:ext uri="{FF2B5EF4-FFF2-40B4-BE49-F238E27FC236}">
                <a16:creationId xmlns:a16="http://schemas.microsoft.com/office/drawing/2014/main" id="{3217A91C-110C-441A-26CF-15C3C7771038}"/>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1616AD90-C02F-C9FA-46E8-39CDB2530495}"/>
              </a:ext>
            </a:extLst>
          </p:cNvPr>
          <p:cNvSpPr>
            <a:spLocks noGrp="1"/>
          </p:cNvSpPr>
          <p:nvPr>
            <p:ph type="sldNum" sz="quarter" idx="12"/>
          </p:nvPr>
        </p:nvSpPr>
        <p:spPr/>
        <p:txBody>
          <a:bodyPr/>
          <a:lstStyle/>
          <a:p>
            <a:fld id="{A648B885-FF76-47CB-8BBD-27E7EBF07CA9}" type="slidenum">
              <a:rPr lang="nl-NL" smtClean="0"/>
              <a:t>‹nr.›</a:t>
            </a:fld>
            <a:endParaRPr lang="nl-NL"/>
          </a:p>
        </p:txBody>
      </p:sp>
      <p:sp>
        <p:nvSpPr>
          <p:cNvPr id="7" name="Picture Placeholder 10">
            <a:extLst>
              <a:ext uri="{FF2B5EF4-FFF2-40B4-BE49-F238E27FC236}">
                <a16:creationId xmlns:a16="http://schemas.microsoft.com/office/drawing/2014/main" id="{34C0A1A6-72F3-0B92-4C73-E68902C2BD58}"/>
              </a:ext>
            </a:extLst>
          </p:cNvPr>
          <p:cNvSpPr>
            <a:spLocks noGrp="1"/>
          </p:cNvSpPr>
          <p:nvPr>
            <p:ph type="pic" sz="quarter" idx="13" hasCustomPrompt="1"/>
          </p:nvPr>
        </p:nvSpPr>
        <p:spPr>
          <a:xfrm>
            <a:off x="300039" y="1520826"/>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a:t>	</a:t>
            </a:r>
          </a:p>
          <a:p>
            <a:endParaRPr lang="fr-FR"/>
          </a:p>
          <a:p>
            <a:endParaRPr lang="fr-FR"/>
          </a:p>
          <a:p>
            <a:r>
              <a:rPr lang="fr-FR" err="1"/>
              <a:t>Afbeelding</a:t>
            </a:r>
            <a:endParaRPr lang="fr-FR"/>
          </a:p>
        </p:txBody>
      </p:sp>
      <p:sp>
        <p:nvSpPr>
          <p:cNvPr id="11" name="Tijdelijke aanduiding voor tekst 5">
            <a:extLst>
              <a:ext uri="{FF2B5EF4-FFF2-40B4-BE49-F238E27FC236}">
                <a16:creationId xmlns:a16="http://schemas.microsoft.com/office/drawing/2014/main" id="{DBED99CA-91B8-1548-5F03-07EF089CEDE5}"/>
              </a:ext>
            </a:extLst>
          </p:cNvPr>
          <p:cNvSpPr>
            <a:spLocks noGrp="1"/>
          </p:cNvSpPr>
          <p:nvPr>
            <p:ph type="body" sz="quarter" idx="17" hasCustomPrompt="1"/>
          </p:nvPr>
        </p:nvSpPr>
        <p:spPr>
          <a:xfrm>
            <a:off x="300459" y="3537176"/>
            <a:ext cx="2649569" cy="493036"/>
          </a:xfrm>
        </p:spPr>
        <p:txBody>
          <a:bodyPr>
            <a:noAutofit/>
          </a:bodyPr>
          <a:lstStyle>
            <a:lvl1pPr marL="0" indent="0">
              <a:buNone/>
              <a:defRPr sz="1600" b="1">
                <a:solidFill>
                  <a:schemeClr val="tx2"/>
                </a:solidFill>
              </a:defRPr>
            </a:lvl1pPr>
            <a:lvl2pPr marL="358775" indent="0">
              <a:buNone/>
              <a:defRPr/>
            </a:lvl2pPr>
          </a:lstStyle>
          <a:p>
            <a:pPr lvl="0"/>
            <a:r>
              <a:rPr lang="nl-NL"/>
              <a:t>Voornaam Achternaam</a:t>
            </a:r>
          </a:p>
        </p:txBody>
      </p:sp>
      <p:sp>
        <p:nvSpPr>
          <p:cNvPr id="13" name="Picture Placeholder 10">
            <a:extLst>
              <a:ext uri="{FF2B5EF4-FFF2-40B4-BE49-F238E27FC236}">
                <a16:creationId xmlns:a16="http://schemas.microsoft.com/office/drawing/2014/main" id="{5781FE0B-A698-85E7-8C44-C9D6FF2CF35E}"/>
              </a:ext>
            </a:extLst>
          </p:cNvPr>
          <p:cNvSpPr>
            <a:spLocks noGrp="1"/>
          </p:cNvSpPr>
          <p:nvPr>
            <p:ph type="pic" sz="quarter" idx="18" hasCustomPrompt="1"/>
          </p:nvPr>
        </p:nvSpPr>
        <p:spPr>
          <a:xfrm>
            <a:off x="6240465" y="1520827"/>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a:t>	</a:t>
            </a:r>
          </a:p>
          <a:p>
            <a:endParaRPr lang="fr-FR"/>
          </a:p>
          <a:p>
            <a:endParaRPr lang="fr-FR"/>
          </a:p>
          <a:p>
            <a:r>
              <a:rPr lang="fr-FR" err="1"/>
              <a:t>Afbeelding</a:t>
            </a:r>
            <a:endParaRPr lang="fr-FR"/>
          </a:p>
        </p:txBody>
      </p:sp>
      <p:sp>
        <p:nvSpPr>
          <p:cNvPr id="15" name="Tijdelijke aanduiding voor tekst 5">
            <a:extLst>
              <a:ext uri="{FF2B5EF4-FFF2-40B4-BE49-F238E27FC236}">
                <a16:creationId xmlns:a16="http://schemas.microsoft.com/office/drawing/2014/main" id="{365D69B6-C0B9-262E-5A90-5383B291BB75}"/>
              </a:ext>
            </a:extLst>
          </p:cNvPr>
          <p:cNvSpPr>
            <a:spLocks noGrp="1"/>
          </p:cNvSpPr>
          <p:nvPr>
            <p:ph type="body" sz="quarter" idx="20" hasCustomPrompt="1"/>
          </p:nvPr>
        </p:nvSpPr>
        <p:spPr>
          <a:xfrm>
            <a:off x="6240885" y="3537177"/>
            <a:ext cx="2649569" cy="493036"/>
          </a:xfrm>
        </p:spPr>
        <p:txBody>
          <a:bodyPr>
            <a:noAutofit/>
          </a:bodyPr>
          <a:lstStyle>
            <a:lvl1pPr marL="0" indent="0">
              <a:buNone/>
              <a:defRPr sz="1600" b="1">
                <a:solidFill>
                  <a:schemeClr val="tx2"/>
                </a:solidFill>
              </a:defRPr>
            </a:lvl1pPr>
            <a:lvl2pPr marL="358775" indent="0">
              <a:buNone/>
              <a:defRPr/>
            </a:lvl2pPr>
          </a:lstStyle>
          <a:p>
            <a:pPr lvl="0"/>
            <a:r>
              <a:rPr lang="nl-NL"/>
              <a:t>Voornaam Achternaam</a:t>
            </a:r>
          </a:p>
        </p:txBody>
      </p:sp>
      <p:sp>
        <p:nvSpPr>
          <p:cNvPr id="12" name="Picture Placeholder 10">
            <a:extLst>
              <a:ext uri="{FF2B5EF4-FFF2-40B4-BE49-F238E27FC236}">
                <a16:creationId xmlns:a16="http://schemas.microsoft.com/office/drawing/2014/main" id="{555C4428-AE70-7C76-7E32-AF3B30C54399}"/>
              </a:ext>
            </a:extLst>
          </p:cNvPr>
          <p:cNvSpPr>
            <a:spLocks noGrp="1"/>
          </p:cNvSpPr>
          <p:nvPr>
            <p:ph type="pic" sz="quarter" idx="21" hasCustomPrompt="1"/>
          </p:nvPr>
        </p:nvSpPr>
        <p:spPr>
          <a:xfrm>
            <a:off x="3300338" y="1520824"/>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a:t>	</a:t>
            </a:r>
          </a:p>
          <a:p>
            <a:endParaRPr lang="fr-FR"/>
          </a:p>
          <a:p>
            <a:endParaRPr lang="fr-FR"/>
          </a:p>
          <a:p>
            <a:r>
              <a:rPr lang="fr-FR" err="1"/>
              <a:t>Afbeelding</a:t>
            </a:r>
            <a:endParaRPr lang="fr-FR"/>
          </a:p>
        </p:txBody>
      </p:sp>
      <p:sp>
        <p:nvSpPr>
          <p:cNvPr id="16" name="Tijdelijke aanduiding voor tekst 5">
            <a:extLst>
              <a:ext uri="{FF2B5EF4-FFF2-40B4-BE49-F238E27FC236}">
                <a16:creationId xmlns:a16="http://schemas.microsoft.com/office/drawing/2014/main" id="{D42064C9-8132-541A-D245-134159C6D8D1}"/>
              </a:ext>
            </a:extLst>
          </p:cNvPr>
          <p:cNvSpPr>
            <a:spLocks noGrp="1"/>
          </p:cNvSpPr>
          <p:nvPr>
            <p:ph type="body" sz="quarter" idx="22" hasCustomPrompt="1"/>
          </p:nvPr>
        </p:nvSpPr>
        <p:spPr>
          <a:xfrm>
            <a:off x="3300758" y="3537174"/>
            <a:ext cx="2649569" cy="493036"/>
          </a:xfrm>
        </p:spPr>
        <p:txBody>
          <a:bodyPr>
            <a:noAutofit/>
          </a:bodyPr>
          <a:lstStyle>
            <a:lvl1pPr marL="0" indent="0">
              <a:buNone/>
              <a:defRPr sz="1600" b="1">
                <a:solidFill>
                  <a:schemeClr val="tx2"/>
                </a:solidFill>
              </a:defRPr>
            </a:lvl1pPr>
            <a:lvl2pPr marL="358775" indent="0">
              <a:buNone/>
              <a:defRPr/>
            </a:lvl2pPr>
          </a:lstStyle>
          <a:p>
            <a:pPr lvl="0"/>
            <a:r>
              <a:rPr lang="nl-NL"/>
              <a:t>Voornaam Achternaam</a:t>
            </a:r>
          </a:p>
        </p:txBody>
      </p:sp>
      <p:sp>
        <p:nvSpPr>
          <p:cNvPr id="17" name="Picture Placeholder 10">
            <a:extLst>
              <a:ext uri="{FF2B5EF4-FFF2-40B4-BE49-F238E27FC236}">
                <a16:creationId xmlns:a16="http://schemas.microsoft.com/office/drawing/2014/main" id="{D67C95A5-34B5-3F5B-8772-65F674F390F9}"/>
              </a:ext>
            </a:extLst>
          </p:cNvPr>
          <p:cNvSpPr>
            <a:spLocks noGrp="1"/>
          </p:cNvSpPr>
          <p:nvPr>
            <p:ph type="pic" sz="quarter" idx="23" hasCustomPrompt="1"/>
          </p:nvPr>
        </p:nvSpPr>
        <p:spPr>
          <a:xfrm>
            <a:off x="9180171" y="1520824"/>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a:t>	</a:t>
            </a:r>
          </a:p>
          <a:p>
            <a:endParaRPr lang="fr-FR"/>
          </a:p>
          <a:p>
            <a:endParaRPr lang="fr-FR"/>
          </a:p>
          <a:p>
            <a:r>
              <a:rPr lang="fr-FR" err="1"/>
              <a:t>Afbeelding</a:t>
            </a:r>
            <a:endParaRPr lang="fr-FR"/>
          </a:p>
        </p:txBody>
      </p:sp>
      <p:sp>
        <p:nvSpPr>
          <p:cNvPr id="18" name="Tijdelijke aanduiding voor tekst 5">
            <a:extLst>
              <a:ext uri="{FF2B5EF4-FFF2-40B4-BE49-F238E27FC236}">
                <a16:creationId xmlns:a16="http://schemas.microsoft.com/office/drawing/2014/main" id="{9FA1F461-DD7A-654C-F840-2CF3817ACC93}"/>
              </a:ext>
            </a:extLst>
          </p:cNvPr>
          <p:cNvSpPr>
            <a:spLocks noGrp="1"/>
          </p:cNvSpPr>
          <p:nvPr>
            <p:ph type="body" sz="quarter" idx="24" hasCustomPrompt="1"/>
          </p:nvPr>
        </p:nvSpPr>
        <p:spPr>
          <a:xfrm>
            <a:off x="9180591" y="3537174"/>
            <a:ext cx="2649569" cy="493036"/>
          </a:xfrm>
        </p:spPr>
        <p:txBody>
          <a:bodyPr>
            <a:noAutofit/>
          </a:bodyPr>
          <a:lstStyle>
            <a:lvl1pPr marL="0" indent="0">
              <a:buNone/>
              <a:defRPr sz="1600" b="1">
                <a:solidFill>
                  <a:schemeClr val="tx2"/>
                </a:solidFill>
              </a:defRPr>
            </a:lvl1pPr>
            <a:lvl2pPr marL="358775" indent="0">
              <a:buNone/>
              <a:defRPr/>
            </a:lvl2pPr>
          </a:lstStyle>
          <a:p>
            <a:pPr lvl="0"/>
            <a:r>
              <a:rPr lang="nl-NL"/>
              <a:t>Voornaam Achternaam</a:t>
            </a:r>
          </a:p>
        </p:txBody>
      </p:sp>
      <p:sp>
        <p:nvSpPr>
          <p:cNvPr id="27" name="Tijdelijke aanduiding voor tekst 3">
            <a:extLst>
              <a:ext uri="{FF2B5EF4-FFF2-40B4-BE49-F238E27FC236}">
                <a16:creationId xmlns:a16="http://schemas.microsoft.com/office/drawing/2014/main" id="{7FD9F287-8C74-CCD2-B6D9-30A0651985CF}"/>
              </a:ext>
            </a:extLst>
          </p:cNvPr>
          <p:cNvSpPr>
            <a:spLocks noGrp="1"/>
          </p:cNvSpPr>
          <p:nvPr>
            <p:ph type="body" sz="quarter" idx="15"/>
          </p:nvPr>
        </p:nvSpPr>
        <p:spPr>
          <a:xfrm>
            <a:off x="300038" y="4109356"/>
            <a:ext cx="2649569" cy="2343832"/>
          </a:xfrm>
        </p:spPr>
        <p:txBody>
          <a:bodyPr>
            <a:normAutofit/>
          </a:bodyPr>
          <a:lstStyle>
            <a:lvl1pPr marL="0" indent="0">
              <a:buNone/>
              <a:defRPr sz="1600"/>
            </a:lvl1pPr>
            <a:lvl2pPr marL="457200" indent="0">
              <a:buNone/>
              <a:defRPr sz="1600"/>
            </a:lvl2pPr>
            <a:lvl3pPr marL="914400" indent="0">
              <a:buNone/>
              <a:defRPr sz="1400"/>
            </a:lvl3pPr>
            <a:lvl4pPr marL="1371600" indent="0">
              <a:buNone/>
              <a:defRPr sz="1200"/>
            </a:lvl4pPr>
            <a:lvl5pPr marL="1828800" indent="0">
              <a:buNone/>
              <a:defRPr sz="11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28" name="Tijdelijke aanduiding voor tekst 3">
            <a:extLst>
              <a:ext uri="{FF2B5EF4-FFF2-40B4-BE49-F238E27FC236}">
                <a16:creationId xmlns:a16="http://schemas.microsoft.com/office/drawing/2014/main" id="{668A4254-8DED-4F6B-ACDC-4442FC9D542C}"/>
              </a:ext>
            </a:extLst>
          </p:cNvPr>
          <p:cNvSpPr>
            <a:spLocks noGrp="1"/>
          </p:cNvSpPr>
          <p:nvPr>
            <p:ph type="body" sz="quarter" idx="25"/>
          </p:nvPr>
        </p:nvSpPr>
        <p:spPr>
          <a:xfrm>
            <a:off x="3301969" y="4112481"/>
            <a:ext cx="2649569" cy="2343832"/>
          </a:xfrm>
        </p:spPr>
        <p:txBody>
          <a:bodyPr>
            <a:normAutofit/>
          </a:bodyPr>
          <a:lstStyle>
            <a:lvl1pPr marL="0" indent="0">
              <a:buNone/>
              <a:defRPr sz="1600"/>
            </a:lvl1pPr>
            <a:lvl2pPr marL="457200" indent="0">
              <a:buNone/>
              <a:defRPr sz="1600"/>
            </a:lvl2pPr>
            <a:lvl3pPr marL="914400" indent="0">
              <a:buNone/>
              <a:defRPr sz="1400"/>
            </a:lvl3pPr>
            <a:lvl4pPr marL="1371600" indent="0">
              <a:buNone/>
              <a:defRPr sz="1200"/>
            </a:lvl4pPr>
            <a:lvl5pPr marL="1828800" indent="0">
              <a:buNone/>
              <a:defRPr sz="11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29" name="Tijdelijke aanduiding voor tekst 3">
            <a:extLst>
              <a:ext uri="{FF2B5EF4-FFF2-40B4-BE49-F238E27FC236}">
                <a16:creationId xmlns:a16="http://schemas.microsoft.com/office/drawing/2014/main" id="{6D5F1858-9EAA-1813-FA9A-8CEAD3E74378}"/>
              </a:ext>
            </a:extLst>
          </p:cNvPr>
          <p:cNvSpPr>
            <a:spLocks noGrp="1"/>
          </p:cNvSpPr>
          <p:nvPr>
            <p:ph type="body" sz="quarter" idx="26"/>
          </p:nvPr>
        </p:nvSpPr>
        <p:spPr>
          <a:xfrm>
            <a:off x="6240463" y="4109356"/>
            <a:ext cx="2649569" cy="2343832"/>
          </a:xfrm>
        </p:spPr>
        <p:txBody>
          <a:bodyPr>
            <a:normAutofit/>
          </a:bodyPr>
          <a:lstStyle>
            <a:lvl1pPr marL="0" indent="0">
              <a:buNone/>
              <a:defRPr sz="1600"/>
            </a:lvl1pPr>
            <a:lvl2pPr marL="457200" indent="0">
              <a:buNone/>
              <a:defRPr sz="1600"/>
            </a:lvl2pPr>
            <a:lvl3pPr marL="914400" indent="0">
              <a:buNone/>
              <a:defRPr sz="1400"/>
            </a:lvl3pPr>
            <a:lvl4pPr marL="1371600" indent="0">
              <a:buNone/>
              <a:defRPr sz="1200"/>
            </a:lvl4pPr>
            <a:lvl5pPr marL="1828800" indent="0">
              <a:buNone/>
              <a:defRPr sz="11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30" name="Tijdelijke aanduiding voor tekst 3">
            <a:extLst>
              <a:ext uri="{FF2B5EF4-FFF2-40B4-BE49-F238E27FC236}">
                <a16:creationId xmlns:a16="http://schemas.microsoft.com/office/drawing/2014/main" id="{51E7A658-3083-3474-E913-CDF1BC152F78}"/>
              </a:ext>
            </a:extLst>
          </p:cNvPr>
          <p:cNvSpPr>
            <a:spLocks noGrp="1"/>
          </p:cNvSpPr>
          <p:nvPr>
            <p:ph type="body" sz="quarter" idx="27"/>
          </p:nvPr>
        </p:nvSpPr>
        <p:spPr>
          <a:xfrm>
            <a:off x="9180591" y="4109356"/>
            <a:ext cx="2649569" cy="2343832"/>
          </a:xfrm>
        </p:spPr>
        <p:txBody>
          <a:bodyPr>
            <a:normAutofit/>
          </a:bodyPr>
          <a:lstStyle>
            <a:lvl1pPr marL="0" indent="0">
              <a:buNone/>
              <a:defRPr sz="1600"/>
            </a:lvl1pPr>
            <a:lvl2pPr marL="457200" indent="0">
              <a:buNone/>
              <a:defRPr sz="1600"/>
            </a:lvl2pPr>
            <a:lvl3pPr marL="914400" indent="0">
              <a:buNone/>
              <a:defRPr sz="1400"/>
            </a:lvl3pPr>
            <a:lvl4pPr marL="1371600" indent="0">
              <a:buNone/>
              <a:defRPr sz="1200"/>
            </a:lvl4pPr>
            <a:lvl5pPr marL="1828800" indent="0">
              <a:buNone/>
              <a:defRPr sz="11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Tree>
    <p:extLst>
      <p:ext uri="{BB962C8B-B14F-4D97-AF65-F5344CB8AC3E}">
        <p14:creationId xmlns:p14="http://schemas.microsoft.com/office/powerpoint/2010/main" val="29248669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am van ach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6A9BEB-31D7-5990-1454-20C0B1CCBFA0}"/>
              </a:ext>
            </a:extLst>
          </p:cNvPr>
          <p:cNvSpPr>
            <a:spLocks noGrp="1"/>
          </p:cNvSpPr>
          <p:nvPr>
            <p:ph type="title"/>
          </p:nvPr>
        </p:nvSpPr>
        <p:spPr/>
        <p:txBody>
          <a:bodyPr/>
          <a:lstStyle/>
          <a:p>
            <a:r>
              <a:rPr lang="nl-NL"/>
              <a:t>Klik om stijl te bewerken</a:t>
            </a:r>
          </a:p>
        </p:txBody>
      </p:sp>
      <p:sp>
        <p:nvSpPr>
          <p:cNvPr id="4" name="Tijdelijke aanduiding voor datum 3">
            <a:extLst>
              <a:ext uri="{FF2B5EF4-FFF2-40B4-BE49-F238E27FC236}">
                <a16:creationId xmlns:a16="http://schemas.microsoft.com/office/drawing/2014/main" id="{801B9DCB-6767-0FAB-4EEB-51B8FE43A627}"/>
              </a:ext>
            </a:extLst>
          </p:cNvPr>
          <p:cNvSpPr>
            <a:spLocks noGrp="1"/>
          </p:cNvSpPr>
          <p:nvPr>
            <p:ph type="dt" sz="half" idx="10"/>
          </p:nvPr>
        </p:nvSpPr>
        <p:spPr/>
        <p:txBody>
          <a:bodyPr/>
          <a:lstStyle/>
          <a:p>
            <a:fld id="{472D8C46-45ED-4977-8DF5-FEAAF18B775F}" type="datetime1">
              <a:rPr lang="nl-NL" smtClean="0"/>
              <a:t>6-11-2025</a:t>
            </a:fld>
            <a:endParaRPr lang="nl-NL"/>
          </a:p>
        </p:txBody>
      </p:sp>
      <p:sp>
        <p:nvSpPr>
          <p:cNvPr id="5" name="Tijdelijke aanduiding voor voettekst 4">
            <a:extLst>
              <a:ext uri="{FF2B5EF4-FFF2-40B4-BE49-F238E27FC236}">
                <a16:creationId xmlns:a16="http://schemas.microsoft.com/office/drawing/2014/main" id="{3217A91C-110C-441A-26CF-15C3C7771038}"/>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1616AD90-C02F-C9FA-46E8-39CDB2530495}"/>
              </a:ext>
            </a:extLst>
          </p:cNvPr>
          <p:cNvSpPr>
            <a:spLocks noGrp="1"/>
          </p:cNvSpPr>
          <p:nvPr>
            <p:ph type="sldNum" sz="quarter" idx="12"/>
          </p:nvPr>
        </p:nvSpPr>
        <p:spPr/>
        <p:txBody>
          <a:bodyPr/>
          <a:lstStyle/>
          <a:p>
            <a:fld id="{A648B885-FF76-47CB-8BBD-27E7EBF07CA9}" type="slidenum">
              <a:rPr lang="nl-NL" smtClean="0"/>
              <a:t>‹nr.›</a:t>
            </a:fld>
            <a:endParaRPr lang="nl-NL"/>
          </a:p>
        </p:txBody>
      </p:sp>
      <p:sp>
        <p:nvSpPr>
          <p:cNvPr id="7" name="Picture Placeholder 10">
            <a:extLst>
              <a:ext uri="{FF2B5EF4-FFF2-40B4-BE49-F238E27FC236}">
                <a16:creationId xmlns:a16="http://schemas.microsoft.com/office/drawing/2014/main" id="{34C0A1A6-72F3-0B92-4C73-E68902C2BD58}"/>
              </a:ext>
            </a:extLst>
          </p:cNvPr>
          <p:cNvSpPr>
            <a:spLocks noGrp="1"/>
          </p:cNvSpPr>
          <p:nvPr>
            <p:ph type="pic" sz="quarter" idx="13" hasCustomPrompt="1"/>
          </p:nvPr>
        </p:nvSpPr>
        <p:spPr>
          <a:xfrm>
            <a:off x="300039" y="1520826"/>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a:t>	</a:t>
            </a:r>
          </a:p>
          <a:p>
            <a:endParaRPr lang="fr-FR"/>
          </a:p>
          <a:p>
            <a:endParaRPr lang="fr-FR"/>
          </a:p>
          <a:p>
            <a:r>
              <a:rPr lang="fr-FR" err="1"/>
              <a:t>Afbeelding</a:t>
            </a:r>
            <a:endParaRPr lang="fr-FR"/>
          </a:p>
        </p:txBody>
      </p:sp>
      <p:sp>
        <p:nvSpPr>
          <p:cNvPr id="11" name="Tijdelijke aanduiding voor tekst 5">
            <a:extLst>
              <a:ext uri="{FF2B5EF4-FFF2-40B4-BE49-F238E27FC236}">
                <a16:creationId xmlns:a16="http://schemas.microsoft.com/office/drawing/2014/main" id="{DBED99CA-91B8-1548-5F03-07EF089CEDE5}"/>
              </a:ext>
            </a:extLst>
          </p:cNvPr>
          <p:cNvSpPr>
            <a:spLocks noGrp="1"/>
          </p:cNvSpPr>
          <p:nvPr>
            <p:ph type="body" sz="quarter" idx="17" hasCustomPrompt="1"/>
          </p:nvPr>
        </p:nvSpPr>
        <p:spPr>
          <a:xfrm>
            <a:off x="300459" y="3448675"/>
            <a:ext cx="2225027" cy="493036"/>
          </a:xfrm>
        </p:spPr>
        <p:txBody>
          <a:bodyPr>
            <a:noAutofit/>
          </a:bodyPr>
          <a:lstStyle>
            <a:lvl1pPr marL="0" indent="0">
              <a:buNone/>
              <a:defRPr sz="1400" b="1">
                <a:solidFill>
                  <a:schemeClr val="tx2"/>
                </a:solidFill>
              </a:defRPr>
            </a:lvl1pPr>
            <a:lvl2pPr marL="358775" indent="0">
              <a:buNone/>
              <a:defRPr/>
            </a:lvl2pPr>
          </a:lstStyle>
          <a:p>
            <a:pPr lvl="0"/>
            <a:r>
              <a:rPr lang="nl-NL"/>
              <a:t>Voornaam Achternaam</a:t>
            </a:r>
          </a:p>
        </p:txBody>
      </p:sp>
      <p:sp>
        <p:nvSpPr>
          <p:cNvPr id="33" name="Picture Placeholder 10">
            <a:extLst>
              <a:ext uri="{FF2B5EF4-FFF2-40B4-BE49-F238E27FC236}">
                <a16:creationId xmlns:a16="http://schemas.microsoft.com/office/drawing/2014/main" id="{83EAE987-BC6E-98C9-FEF9-B8DA8676FABF}"/>
              </a:ext>
            </a:extLst>
          </p:cNvPr>
          <p:cNvSpPr>
            <a:spLocks noGrp="1"/>
          </p:cNvSpPr>
          <p:nvPr>
            <p:ph type="pic" sz="quarter" idx="25" hasCustomPrompt="1"/>
          </p:nvPr>
        </p:nvSpPr>
        <p:spPr>
          <a:xfrm>
            <a:off x="3300338" y="1520826"/>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a:t>	</a:t>
            </a:r>
          </a:p>
          <a:p>
            <a:endParaRPr lang="fr-FR"/>
          </a:p>
          <a:p>
            <a:endParaRPr lang="fr-FR"/>
          </a:p>
          <a:p>
            <a:r>
              <a:rPr lang="fr-FR" err="1"/>
              <a:t>Afbeelding</a:t>
            </a:r>
            <a:endParaRPr lang="fr-FR"/>
          </a:p>
        </p:txBody>
      </p:sp>
      <p:sp>
        <p:nvSpPr>
          <p:cNvPr id="34" name="Tijdelijke aanduiding voor tekst 5">
            <a:extLst>
              <a:ext uri="{FF2B5EF4-FFF2-40B4-BE49-F238E27FC236}">
                <a16:creationId xmlns:a16="http://schemas.microsoft.com/office/drawing/2014/main" id="{8551C47D-E760-81DA-BB12-1478E64BABB3}"/>
              </a:ext>
            </a:extLst>
          </p:cNvPr>
          <p:cNvSpPr>
            <a:spLocks noGrp="1"/>
          </p:cNvSpPr>
          <p:nvPr>
            <p:ph type="body" sz="quarter" idx="26" hasCustomPrompt="1"/>
          </p:nvPr>
        </p:nvSpPr>
        <p:spPr>
          <a:xfrm>
            <a:off x="3300758" y="3448675"/>
            <a:ext cx="2225027" cy="493036"/>
          </a:xfrm>
        </p:spPr>
        <p:txBody>
          <a:bodyPr>
            <a:noAutofit/>
          </a:bodyPr>
          <a:lstStyle>
            <a:lvl1pPr marL="0" indent="0">
              <a:buNone/>
              <a:defRPr sz="1400" b="1">
                <a:solidFill>
                  <a:schemeClr val="tx2"/>
                </a:solidFill>
              </a:defRPr>
            </a:lvl1pPr>
            <a:lvl2pPr marL="358775" indent="0">
              <a:buNone/>
              <a:defRPr/>
            </a:lvl2pPr>
          </a:lstStyle>
          <a:p>
            <a:pPr lvl="0"/>
            <a:r>
              <a:rPr lang="nl-NL"/>
              <a:t>Voornaam Achternaam</a:t>
            </a:r>
          </a:p>
        </p:txBody>
      </p:sp>
      <p:sp>
        <p:nvSpPr>
          <p:cNvPr id="35" name="Picture Placeholder 10">
            <a:extLst>
              <a:ext uri="{FF2B5EF4-FFF2-40B4-BE49-F238E27FC236}">
                <a16:creationId xmlns:a16="http://schemas.microsoft.com/office/drawing/2014/main" id="{149D2ED7-BAF0-8CC7-E9A1-3715AF497467}"/>
              </a:ext>
            </a:extLst>
          </p:cNvPr>
          <p:cNvSpPr>
            <a:spLocks noGrp="1"/>
          </p:cNvSpPr>
          <p:nvPr>
            <p:ph type="pic" sz="quarter" idx="27" hasCustomPrompt="1"/>
          </p:nvPr>
        </p:nvSpPr>
        <p:spPr>
          <a:xfrm>
            <a:off x="299618" y="4190338"/>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a:t>	</a:t>
            </a:r>
          </a:p>
          <a:p>
            <a:endParaRPr lang="fr-FR"/>
          </a:p>
          <a:p>
            <a:endParaRPr lang="fr-FR"/>
          </a:p>
          <a:p>
            <a:r>
              <a:rPr lang="fr-FR" err="1"/>
              <a:t>Afbeelding</a:t>
            </a:r>
            <a:endParaRPr lang="fr-FR"/>
          </a:p>
        </p:txBody>
      </p:sp>
      <p:sp>
        <p:nvSpPr>
          <p:cNvPr id="36" name="Tijdelijke aanduiding voor tekst 5">
            <a:extLst>
              <a:ext uri="{FF2B5EF4-FFF2-40B4-BE49-F238E27FC236}">
                <a16:creationId xmlns:a16="http://schemas.microsoft.com/office/drawing/2014/main" id="{2558DFFA-3F27-43D5-8CA0-4F3A0C5E7105}"/>
              </a:ext>
            </a:extLst>
          </p:cNvPr>
          <p:cNvSpPr>
            <a:spLocks noGrp="1"/>
          </p:cNvSpPr>
          <p:nvPr>
            <p:ph type="body" sz="quarter" idx="28" hasCustomPrompt="1"/>
          </p:nvPr>
        </p:nvSpPr>
        <p:spPr>
          <a:xfrm>
            <a:off x="300038" y="6126976"/>
            <a:ext cx="2225027" cy="335128"/>
          </a:xfrm>
        </p:spPr>
        <p:txBody>
          <a:bodyPr>
            <a:noAutofit/>
          </a:bodyPr>
          <a:lstStyle>
            <a:lvl1pPr marL="0" indent="0">
              <a:buNone/>
              <a:defRPr sz="1400" b="1">
                <a:solidFill>
                  <a:schemeClr val="tx2"/>
                </a:solidFill>
              </a:defRPr>
            </a:lvl1pPr>
            <a:lvl2pPr marL="358775" indent="0">
              <a:buNone/>
              <a:defRPr/>
            </a:lvl2pPr>
          </a:lstStyle>
          <a:p>
            <a:pPr lvl="0"/>
            <a:r>
              <a:rPr lang="nl-NL"/>
              <a:t>Voornaam Achternaam</a:t>
            </a:r>
          </a:p>
        </p:txBody>
      </p:sp>
      <p:sp>
        <p:nvSpPr>
          <p:cNvPr id="37" name="Picture Placeholder 10">
            <a:extLst>
              <a:ext uri="{FF2B5EF4-FFF2-40B4-BE49-F238E27FC236}">
                <a16:creationId xmlns:a16="http://schemas.microsoft.com/office/drawing/2014/main" id="{B293267C-B5A4-21D9-7809-72A130D12F57}"/>
              </a:ext>
            </a:extLst>
          </p:cNvPr>
          <p:cNvSpPr>
            <a:spLocks noGrp="1"/>
          </p:cNvSpPr>
          <p:nvPr>
            <p:ph type="pic" sz="quarter" idx="29" hasCustomPrompt="1"/>
          </p:nvPr>
        </p:nvSpPr>
        <p:spPr>
          <a:xfrm>
            <a:off x="3303378" y="4190338"/>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a:t>	</a:t>
            </a:r>
          </a:p>
          <a:p>
            <a:endParaRPr lang="fr-FR"/>
          </a:p>
          <a:p>
            <a:endParaRPr lang="fr-FR"/>
          </a:p>
          <a:p>
            <a:r>
              <a:rPr lang="fr-FR" err="1"/>
              <a:t>Afbeelding</a:t>
            </a:r>
            <a:endParaRPr lang="fr-FR"/>
          </a:p>
        </p:txBody>
      </p:sp>
      <p:sp>
        <p:nvSpPr>
          <p:cNvPr id="38" name="Tijdelijke aanduiding voor tekst 5">
            <a:extLst>
              <a:ext uri="{FF2B5EF4-FFF2-40B4-BE49-F238E27FC236}">
                <a16:creationId xmlns:a16="http://schemas.microsoft.com/office/drawing/2014/main" id="{B403A794-923A-D330-5799-AF8BAA362413}"/>
              </a:ext>
            </a:extLst>
          </p:cNvPr>
          <p:cNvSpPr>
            <a:spLocks noGrp="1"/>
          </p:cNvSpPr>
          <p:nvPr>
            <p:ph type="body" sz="quarter" idx="30" hasCustomPrompt="1"/>
          </p:nvPr>
        </p:nvSpPr>
        <p:spPr>
          <a:xfrm>
            <a:off x="3303798" y="6126976"/>
            <a:ext cx="2225027" cy="335128"/>
          </a:xfrm>
        </p:spPr>
        <p:txBody>
          <a:bodyPr>
            <a:noAutofit/>
          </a:bodyPr>
          <a:lstStyle>
            <a:lvl1pPr marL="0" indent="0">
              <a:buNone/>
              <a:defRPr sz="1400" b="1">
                <a:solidFill>
                  <a:schemeClr val="tx2"/>
                </a:solidFill>
              </a:defRPr>
            </a:lvl1pPr>
            <a:lvl2pPr marL="358775" indent="0">
              <a:buNone/>
              <a:defRPr/>
            </a:lvl2pPr>
          </a:lstStyle>
          <a:p>
            <a:pPr lvl="0"/>
            <a:r>
              <a:rPr lang="nl-NL"/>
              <a:t>Voornaam Achternaam</a:t>
            </a:r>
          </a:p>
        </p:txBody>
      </p:sp>
      <p:sp>
        <p:nvSpPr>
          <p:cNvPr id="39" name="Picture Placeholder 10">
            <a:extLst>
              <a:ext uri="{FF2B5EF4-FFF2-40B4-BE49-F238E27FC236}">
                <a16:creationId xmlns:a16="http://schemas.microsoft.com/office/drawing/2014/main" id="{56874475-56F7-FB5A-C0AF-25C722E7893A}"/>
              </a:ext>
            </a:extLst>
          </p:cNvPr>
          <p:cNvSpPr>
            <a:spLocks noGrp="1"/>
          </p:cNvSpPr>
          <p:nvPr>
            <p:ph type="pic" sz="quarter" idx="31" hasCustomPrompt="1"/>
          </p:nvPr>
        </p:nvSpPr>
        <p:spPr>
          <a:xfrm>
            <a:off x="6240463" y="1520826"/>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a:t>	</a:t>
            </a:r>
          </a:p>
          <a:p>
            <a:endParaRPr lang="fr-FR"/>
          </a:p>
          <a:p>
            <a:endParaRPr lang="fr-FR"/>
          </a:p>
          <a:p>
            <a:r>
              <a:rPr lang="fr-FR" err="1"/>
              <a:t>Afbeelding</a:t>
            </a:r>
            <a:endParaRPr lang="fr-FR"/>
          </a:p>
        </p:txBody>
      </p:sp>
      <p:sp>
        <p:nvSpPr>
          <p:cNvPr id="40" name="Tijdelijke aanduiding voor tekst 5">
            <a:extLst>
              <a:ext uri="{FF2B5EF4-FFF2-40B4-BE49-F238E27FC236}">
                <a16:creationId xmlns:a16="http://schemas.microsoft.com/office/drawing/2014/main" id="{37117F0A-E566-A297-35D1-C3C1C5D05454}"/>
              </a:ext>
            </a:extLst>
          </p:cNvPr>
          <p:cNvSpPr>
            <a:spLocks noGrp="1"/>
          </p:cNvSpPr>
          <p:nvPr>
            <p:ph type="body" sz="quarter" idx="32" hasCustomPrompt="1"/>
          </p:nvPr>
        </p:nvSpPr>
        <p:spPr>
          <a:xfrm>
            <a:off x="6240883" y="3448675"/>
            <a:ext cx="2225027" cy="493036"/>
          </a:xfrm>
        </p:spPr>
        <p:txBody>
          <a:bodyPr>
            <a:noAutofit/>
          </a:bodyPr>
          <a:lstStyle>
            <a:lvl1pPr marL="0" indent="0">
              <a:buNone/>
              <a:defRPr sz="1400" b="1">
                <a:solidFill>
                  <a:schemeClr val="tx2"/>
                </a:solidFill>
              </a:defRPr>
            </a:lvl1pPr>
            <a:lvl2pPr marL="358775" indent="0">
              <a:buNone/>
              <a:defRPr/>
            </a:lvl2pPr>
          </a:lstStyle>
          <a:p>
            <a:pPr lvl="0"/>
            <a:r>
              <a:rPr lang="nl-NL"/>
              <a:t>Voornaam Achternaam</a:t>
            </a:r>
          </a:p>
        </p:txBody>
      </p:sp>
      <p:sp>
        <p:nvSpPr>
          <p:cNvPr id="41" name="Picture Placeholder 10">
            <a:extLst>
              <a:ext uri="{FF2B5EF4-FFF2-40B4-BE49-F238E27FC236}">
                <a16:creationId xmlns:a16="http://schemas.microsoft.com/office/drawing/2014/main" id="{07AE13BF-43FA-681D-01F7-768C02D9C028}"/>
              </a:ext>
            </a:extLst>
          </p:cNvPr>
          <p:cNvSpPr>
            <a:spLocks noGrp="1"/>
          </p:cNvSpPr>
          <p:nvPr>
            <p:ph type="pic" sz="quarter" idx="33" hasCustomPrompt="1"/>
          </p:nvPr>
        </p:nvSpPr>
        <p:spPr>
          <a:xfrm>
            <a:off x="9240762" y="1520826"/>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a:t>	</a:t>
            </a:r>
          </a:p>
          <a:p>
            <a:endParaRPr lang="fr-FR"/>
          </a:p>
          <a:p>
            <a:endParaRPr lang="fr-FR"/>
          </a:p>
          <a:p>
            <a:r>
              <a:rPr lang="fr-FR" err="1"/>
              <a:t>Afbeelding</a:t>
            </a:r>
            <a:endParaRPr lang="fr-FR"/>
          </a:p>
        </p:txBody>
      </p:sp>
      <p:sp>
        <p:nvSpPr>
          <p:cNvPr id="42" name="Tijdelijke aanduiding voor tekst 5">
            <a:extLst>
              <a:ext uri="{FF2B5EF4-FFF2-40B4-BE49-F238E27FC236}">
                <a16:creationId xmlns:a16="http://schemas.microsoft.com/office/drawing/2014/main" id="{815B6F31-CD4F-09CE-C149-B50518F65EF6}"/>
              </a:ext>
            </a:extLst>
          </p:cNvPr>
          <p:cNvSpPr>
            <a:spLocks noGrp="1"/>
          </p:cNvSpPr>
          <p:nvPr>
            <p:ph type="body" sz="quarter" idx="34" hasCustomPrompt="1"/>
          </p:nvPr>
        </p:nvSpPr>
        <p:spPr>
          <a:xfrm>
            <a:off x="9241182" y="3448675"/>
            <a:ext cx="2225027" cy="493036"/>
          </a:xfrm>
        </p:spPr>
        <p:txBody>
          <a:bodyPr>
            <a:noAutofit/>
          </a:bodyPr>
          <a:lstStyle>
            <a:lvl1pPr marL="0" indent="0">
              <a:buNone/>
              <a:defRPr sz="1400" b="1">
                <a:solidFill>
                  <a:schemeClr val="tx2"/>
                </a:solidFill>
              </a:defRPr>
            </a:lvl1pPr>
            <a:lvl2pPr marL="358775" indent="0">
              <a:buNone/>
              <a:defRPr/>
            </a:lvl2pPr>
          </a:lstStyle>
          <a:p>
            <a:pPr lvl="0"/>
            <a:r>
              <a:rPr lang="nl-NL"/>
              <a:t>Voornaam Achternaam</a:t>
            </a:r>
          </a:p>
        </p:txBody>
      </p:sp>
      <p:sp>
        <p:nvSpPr>
          <p:cNvPr id="43" name="Picture Placeholder 10">
            <a:extLst>
              <a:ext uri="{FF2B5EF4-FFF2-40B4-BE49-F238E27FC236}">
                <a16:creationId xmlns:a16="http://schemas.microsoft.com/office/drawing/2014/main" id="{F8BABAFA-4FBF-17BC-8BB3-D50B6AA20B4F}"/>
              </a:ext>
            </a:extLst>
          </p:cNvPr>
          <p:cNvSpPr>
            <a:spLocks noGrp="1"/>
          </p:cNvSpPr>
          <p:nvPr>
            <p:ph type="pic" sz="quarter" idx="35" hasCustomPrompt="1"/>
          </p:nvPr>
        </p:nvSpPr>
        <p:spPr>
          <a:xfrm>
            <a:off x="6240042" y="4190338"/>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a:t>	</a:t>
            </a:r>
          </a:p>
          <a:p>
            <a:endParaRPr lang="fr-FR"/>
          </a:p>
          <a:p>
            <a:endParaRPr lang="fr-FR"/>
          </a:p>
          <a:p>
            <a:r>
              <a:rPr lang="fr-FR" err="1"/>
              <a:t>Afbeelding</a:t>
            </a:r>
            <a:endParaRPr lang="fr-FR"/>
          </a:p>
        </p:txBody>
      </p:sp>
      <p:sp>
        <p:nvSpPr>
          <p:cNvPr id="44" name="Tijdelijke aanduiding voor tekst 5">
            <a:extLst>
              <a:ext uri="{FF2B5EF4-FFF2-40B4-BE49-F238E27FC236}">
                <a16:creationId xmlns:a16="http://schemas.microsoft.com/office/drawing/2014/main" id="{870F16BA-AC18-241C-91ED-DEF1CB576767}"/>
              </a:ext>
            </a:extLst>
          </p:cNvPr>
          <p:cNvSpPr>
            <a:spLocks noGrp="1"/>
          </p:cNvSpPr>
          <p:nvPr>
            <p:ph type="body" sz="quarter" idx="36" hasCustomPrompt="1"/>
          </p:nvPr>
        </p:nvSpPr>
        <p:spPr>
          <a:xfrm>
            <a:off x="6240462" y="6126976"/>
            <a:ext cx="2225027" cy="335128"/>
          </a:xfrm>
        </p:spPr>
        <p:txBody>
          <a:bodyPr>
            <a:noAutofit/>
          </a:bodyPr>
          <a:lstStyle>
            <a:lvl1pPr marL="0" indent="0">
              <a:buNone/>
              <a:defRPr sz="1400" b="1">
                <a:solidFill>
                  <a:schemeClr val="tx2"/>
                </a:solidFill>
              </a:defRPr>
            </a:lvl1pPr>
            <a:lvl2pPr marL="358775" indent="0">
              <a:buNone/>
              <a:defRPr/>
            </a:lvl2pPr>
          </a:lstStyle>
          <a:p>
            <a:pPr lvl="0"/>
            <a:r>
              <a:rPr lang="nl-NL"/>
              <a:t>Voornaam Achternaam</a:t>
            </a:r>
          </a:p>
        </p:txBody>
      </p:sp>
      <p:sp>
        <p:nvSpPr>
          <p:cNvPr id="45" name="Picture Placeholder 10">
            <a:extLst>
              <a:ext uri="{FF2B5EF4-FFF2-40B4-BE49-F238E27FC236}">
                <a16:creationId xmlns:a16="http://schemas.microsoft.com/office/drawing/2014/main" id="{6550A89B-C5E7-B3C5-170E-5A0E0A422A74}"/>
              </a:ext>
            </a:extLst>
          </p:cNvPr>
          <p:cNvSpPr>
            <a:spLocks noGrp="1"/>
          </p:cNvSpPr>
          <p:nvPr>
            <p:ph type="pic" sz="quarter" idx="37" hasCustomPrompt="1"/>
          </p:nvPr>
        </p:nvSpPr>
        <p:spPr>
          <a:xfrm>
            <a:off x="9243802" y="4190338"/>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a:t>	</a:t>
            </a:r>
          </a:p>
          <a:p>
            <a:endParaRPr lang="fr-FR"/>
          </a:p>
          <a:p>
            <a:endParaRPr lang="fr-FR"/>
          </a:p>
          <a:p>
            <a:r>
              <a:rPr lang="fr-FR" err="1"/>
              <a:t>Afbeelding</a:t>
            </a:r>
            <a:endParaRPr lang="fr-FR"/>
          </a:p>
        </p:txBody>
      </p:sp>
      <p:sp>
        <p:nvSpPr>
          <p:cNvPr id="46" name="Tijdelijke aanduiding voor tekst 5">
            <a:extLst>
              <a:ext uri="{FF2B5EF4-FFF2-40B4-BE49-F238E27FC236}">
                <a16:creationId xmlns:a16="http://schemas.microsoft.com/office/drawing/2014/main" id="{49252DAA-7954-9B97-9302-448203C9CFCD}"/>
              </a:ext>
            </a:extLst>
          </p:cNvPr>
          <p:cNvSpPr>
            <a:spLocks noGrp="1"/>
          </p:cNvSpPr>
          <p:nvPr>
            <p:ph type="body" sz="quarter" idx="38" hasCustomPrompt="1"/>
          </p:nvPr>
        </p:nvSpPr>
        <p:spPr>
          <a:xfrm>
            <a:off x="9244222" y="6126976"/>
            <a:ext cx="2225027" cy="335128"/>
          </a:xfrm>
        </p:spPr>
        <p:txBody>
          <a:bodyPr>
            <a:noAutofit/>
          </a:bodyPr>
          <a:lstStyle>
            <a:lvl1pPr marL="0" indent="0">
              <a:buNone/>
              <a:defRPr sz="1400" b="1">
                <a:solidFill>
                  <a:schemeClr val="tx2"/>
                </a:solidFill>
              </a:defRPr>
            </a:lvl1pPr>
            <a:lvl2pPr marL="358775" indent="0">
              <a:buNone/>
              <a:defRPr/>
            </a:lvl2pPr>
          </a:lstStyle>
          <a:p>
            <a:pPr lvl="0"/>
            <a:r>
              <a:rPr lang="nl-NL"/>
              <a:t>Voornaam Achternaam</a:t>
            </a:r>
          </a:p>
        </p:txBody>
      </p:sp>
    </p:spTree>
    <p:extLst>
      <p:ext uri="{BB962C8B-B14F-4D97-AF65-F5344CB8AC3E}">
        <p14:creationId xmlns:p14="http://schemas.microsoft.com/office/powerpoint/2010/main" val="42875823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ainer 13">
    <p:spTree>
      <p:nvGrpSpPr>
        <p:cNvPr id="1" name=""/>
        <p:cNvGrpSpPr/>
        <p:nvPr/>
      </p:nvGrpSpPr>
      <p:grpSpPr>
        <a:xfrm>
          <a:off x="0" y="0"/>
          <a:ext cx="0" cy="0"/>
          <a:chOff x="0" y="0"/>
          <a:chExt cx="0" cy="0"/>
        </a:xfrm>
      </p:grpSpPr>
      <p:sp>
        <p:nvSpPr>
          <p:cNvPr id="4" name="Picture Placeholder 10">
            <a:extLst>
              <a:ext uri="{FF2B5EF4-FFF2-40B4-BE49-F238E27FC236}">
                <a16:creationId xmlns:a16="http://schemas.microsoft.com/office/drawing/2014/main" id="{FEDBDA94-24D5-41E5-9379-523B7141822B}"/>
              </a:ext>
            </a:extLst>
          </p:cNvPr>
          <p:cNvSpPr>
            <a:spLocks noGrp="1"/>
          </p:cNvSpPr>
          <p:nvPr>
            <p:ph type="pic" sz="quarter" idx="10" hasCustomPrompt="1"/>
          </p:nvPr>
        </p:nvSpPr>
        <p:spPr>
          <a:xfrm>
            <a:off x="-1" y="0"/>
            <a:ext cx="12192001" cy="6857999"/>
          </a:xfrm>
          <a:prstGeom prst="rect">
            <a:avLst/>
          </a:prstGeom>
          <a:solidFill>
            <a:schemeClr val="bg1">
              <a:lumMod val="95000"/>
            </a:schemeClr>
          </a:solidFill>
        </p:spPr>
        <p:txBody>
          <a:bodyPr tIns="180000"/>
          <a:lstStyle>
            <a:lvl1pPr>
              <a:defRPr lang="fr-FR" sz="1800" dirty="0">
                <a:solidFill>
                  <a:schemeClr val="bg1">
                    <a:lumMod val="75000"/>
                  </a:schemeClr>
                </a:solidFill>
                <a:latin typeface="+mj-lt"/>
              </a:defRPr>
            </a:lvl1pPr>
          </a:lstStyle>
          <a:p>
            <a:pPr marL="0" lvl="0" indent="0" algn="ctr">
              <a:buNone/>
            </a:pPr>
            <a:r>
              <a:rPr lang="fr-FR"/>
              <a:t>	</a:t>
            </a:r>
          </a:p>
          <a:p>
            <a:pPr marL="0" lvl="0" indent="0" algn="ctr">
              <a:buNone/>
            </a:pPr>
            <a:endParaRPr lang="fr-FR"/>
          </a:p>
          <a:p>
            <a:pPr marL="0" lvl="0" indent="0" algn="ctr">
              <a:buNone/>
            </a:pPr>
            <a:r>
              <a:rPr lang="fr-FR" err="1"/>
              <a:t>Afbeelding</a:t>
            </a:r>
            <a:endParaRPr lang="fr-FR"/>
          </a:p>
        </p:txBody>
      </p:sp>
    </p:spTree>
    <p:extLst>
      <p:ext uri="{BB962C8B-B14F-4D97-AF65-F5344CB8AC3E}">
        <p14:creationId xmlns:p14="http://schemas.microsoft.com/office/powerpoint/2010/main" val="15639860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Pictures - 6 Collage">
    <p:bg>
      <p:bgPr>
        <a:solidFill>
          <a:srgbClr val="F7F7F7"/>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0" y="0"/>
            <a:ext cx="4064400" cy="3429000"/>
          </a:xfrm>
          <a:prstGeom prst="rect">
            <a:avLst/>
          </a:prstGeom>
          <a:solidFill>
            <a:schemeClr val="bg1">
              <a:lumMod val="95000"/>
            </a:schemeClr>
          </a:solidFill>
        </p:spPr>
        <p:txBody>
          <a:bodyPr tIns="468000"/>
          <a:lstStyle>
            <a:lvl1pPr>
              <a:defRPr lang="fr-FR" sz="1800" dirty="0">
                <a:solidFill>
                  <a:schemeClr val="bg1">
                    <a:lumMod val="75000"/>
                  </a:schemeClr>
                </a:solidFill>
                <a:latin typeface="+mj-lt"/>
              </a:defRPr>
            </a:lvl1pPr>
          </a:lstStyle>
          <a:p>
            <a:pPr marL="0" lvl="0" indent="0" algn="ctr">
              <a:buNone/>
            </a:pPr>
            <a:r>
              <a:rPr lang="fr-FR" err="1"/>
              <a:t>Afbeelding</a:t>
            </a:r>
            <a:endParaRPr lang="fr-FR"/>
          </a:p>
        </p:txBody>
      </p:sp>
      <p:sp>
        <p:nvSpPr>
          <p:cNvPr id="16" name="Picture Placeholder 3"/>
          <p:cNvSpPr>
            <a:spLocks noGrp="1"/>
          </p:cNvSpPr>
          <p:nvPr>
            <p:ph type="pic" sz="quarter" idx="11" hasCustomPrompt="1"/>
          </p:nvPr>
        </p:nvSpPr>
        <p:spPr>
          <a:xfrm>
            <a:off x="4064000" y="0"/>
            <a:ext cx="4064400" cy="3429000"/>
          </a:xfrm>
          <a:prstGeom prst="rect">
            <a:avLst/>
          </a:prstGeom>
          <a:solidFill>
            <a:schemeClr val="bg1">
              <a:lumMod val="95000"/>
            </a:schemeClr>
          </a:solidFill>
        </p:spPr>
        <p:txBody>
          <a:bodyPr tIns="468000"/>
          <a:lstStyle>
            <a:lvl1pPr>
              <a:defRPr lang="fr-FR" sz="1800" dirty="0">
                <a:solidFill>
                  <a:schemeClr val="bg1">
                    <a:lumMod val="75000"/>
                  </a:schemeClr>
                </a:solidFill>
                <a:latin typeface="+mj-lt"/>
              </a:defRPr>
            </a:lvl1pPr>
          </a:lstStyle>
          <a:p>
            <a:pPr marL="0" lvl="0" indent="0" algn="ctr">
              <a:buNone/>
            </a:pPr>
            <a:r>
              <a:rPr lang="fr-FR" err="1"/>
              <a:t>Afbeelding</a:t>
            </a:r>
            <a:endParaRPr lang="fr-FR"/>
          </a:p>
        </p:txBody>
      </p:sp>
      <p:sp>
        <p:nvSpPr>
          <p:cNvPr id="17" name="Picture Placeholder 3"/>
          <p:cNvSpPr>
            <a:spLocks noGrp="1"/>
          </p:cNvSpPr>
          <p:nvPr>
            <p:ph type="pic" sz="quarter" idx="12" hasCustomPrompt="1"/>
          </p:nvPr>
        </p:nvSpPr>
        <p:spPr>
          <a:xfrm>
            <a:off x="8128000" y="0"/>
            <a:ext cx="4064400" cy="3429000"/>
          </a:xfrm>
          <a:prstGeom prst="rect">
            <a:avLst/>
          </a:prstGeom>
          <a:solidFill>
            <a:schemeClr val="bg1">
              <a:lumMod val="95000"/>
            </a:schemeClr>
          </a:solidFill>
        </p:spPr>
        <p:txBody>
          <a:bodyPr tIns="468000"/>
          <a:lstStyle>
            <a:lvl1pPr>
              <a:defRPr lang="fr-FR" sz="1800" dirty="0">
                <a:solidFill>
                  <a:schemeClr val="bg1">
                    <a:lumMod val="75000"/>
                  </a:schemeClr>
                </a:solidFill>
                <a:latin typeface="+mj-lt"/>
              </a:defRPr>
            </a:lvl1pPr>
          </a:lstStyle>
          <a:p>
            <a:pPr marL="0" lvl="0" indent="0" algn="ctr">
              <a:buNone/>
            </a:pPr>
            <a:r>
              <a:rPr lang="fr-FR" err="1"/>
              <a:t>Afbeelding</a:t>
            </a:r>
            <a:endParaRPr lang="fr-FR"/>
          </a:p>
        </p:txBody>
      </p:sp>
      <p:sp>
        <p:nvSpPr>
          <p:cNvPr id="18" name="Picture Placeholder 3"/>
          <p:cNvSpPr>
            <a:spLocks noGrp="1"/>
          </p:cNvSpPr>
          <p:nvPr>
            <p:ph type="pic" sz="quarter" idx="13" hasCustomPrompt="1"/>
          </p:nvPr>
        </p:nvSpPr>
        <p:spPr>
          <a:xfrm>
            <a:off x="8128000" y="3429000"/>
            <a:ext cx="4064400" cy="3429000"/>
          </a:xfrm>
          <a:prstGeom prst="rect">
            <a:avLst/>
          </a:prstGeom>
          <a:solidFill>
            <a:schemeClr val="bg1">
              <a:lumMod val="95000"/>
            </a:schemeClr>
          </a:solidFill>
        </p:spPr>
        <p:txBody>
          <a:bodyPr tIns="468000"/>
          <a:lstStyle>
            <a:lvl1pPr>
              <a:defRPr lang="fr-FR" sz="1800" dirty="0">
                <a:solidFill>
                  <a:schemeClr val="bg1">
                    <a:lumMod val="75000"/>
                  </a:schemeClr>
                </a:solidFill>
                <a:latin typeface="+mj-lt"/>
              </a:defRPr>
            </a:lvl1pPr>
          </a:lstStyle>
          <a:p>
            <a:pPr marL="0" lvl="0" indent="0" algn="ctr">
              <a:buNone/>
            </a:pPr>
            <a:r>
              <a:rPr lang="fr-FR" err="1"/>
              <a:t>Afbeelding</a:t>
            </a:r>
            <a:endParaRPr lang="fr-FR"/>
          </a:p>
        </p:txBody>
      </p:sp>
      <p:sp>
        <p:nvSpPr>
          <p:cNvPr id="19" name="Picture Placeholder 3"/>
          <p:cNvSpPr>
            <a:spLocks noGrp="1"/>
          </p:cNvSpPr>
          <p:nvPr>
            <p:ph type="pic" sz="quarter" idx="14" hasCustomPrompt="1"/>
          </p:nvPr>
        </p:nvSpPr>
        <p:spPr>
          <a:xfrm>
            <a:off x="4064000" y="3429000"/>
            <a:ext cx="4064400" cy="3429000"/>
          </a:xfrm>
          <a:prstGeom prst="rect">
            <a:avLst/>
          </a:prstGeom>
          <a:solidFill>
            <a:schemeClr val="bg1">
              <a:lumMod val="95000"/>
            </a:schemeClr>
          </a:solidFill>
        </p:spPr>
        <p:txBody>
          <a:bodyPr tIns="468000"/>
          <a:lstStyle>
            <a:lvl1pPr>
              <a:defRPr lang="fr-FR" sz="1800" dirty="0">
                <a:solidFill>
                  <a:schemeClr val="bg1">
                    <a:lumMod val="75000"/>
                  </a:schemeClr>
                </a:solidFill>
                <a:latin typeface="+mj-lt"/>
              </a:defRPr>
            </a:lvl1pPr>
          </a:lstStyle>
          <a:p>
            <a:pPr marL="0" lvl="0" indent="0" algn="ctr">
              <a:buNone/>
            </a:pPr>
            <a:r>
              <a:rPr lang="fr-FR" err="1"/>
              <a:t>Afbeelding</a:t>
            </a:r>
            <a:endParaRPr lang="fr-FR"/>
          </a:p>
        </p:txBody>
      </p:sp>
      <p:sp>
        <p:nvSpPr>
          <p:cNvPr id="20" name="Picture Placeholder 3"/>
          <p:cNvSpPr>
            <a:spLocks noGrp="1"/>
          </p:cNvSpPr>
          <p:nvPr>
            <p:ph type="pic" sz="quarter" idx="15" hasCustomPrompt="1"/>
          </p:nvPr>
        </p:nvSpPr>
        <p:spPr>
          <a:xfrm>
            <a:off x="0" y="3429000"/>
            <a:ext cx="4064400" cy="3429000"/>
          </a:xfrm>
          <a:prstGeom prst="rect">
            <a:avLst/>
          </a:prstGeom>
          <a:solidFill>
            <a:schemeClr val="bg1">
              <a:lumMod val="95000"/>
            </a:schemeClr>
          </a:solidFill>
        </p:spPr>
        <p:txBody>
          <a:bodyPr tIns="468000"/>
          <a:lstStyle>
            <a:lvl1pPr>
              <a:defRPr lang="fr-FR" sz="1800" dirty="0">
                <a:solidFill>
                  <a:schemeClr val="bg1">
                    <a:lumMod val="75000"/>
                  </a:schemeClr>
                </a:solidFill>
                <a:latin typeface="+mj-lt"/>
              </a:defRPr>
            </a:lvl1pPr>
          </a:lstStyle>
          <a:p>
            <a:pPr marL="0" lvl="0" indent="0" algn="ctr">
              <a:buNone/>
            </a:pPr>
            <a:r>
              <a:rPr lang="fr-FR" err="1"/>
              <a:t>Afbeelding</a:t>
            </a:r>
            <a:endParaRPr lang="fr-FR"/>
          </a:p>
        </p:txBody>
      </p:sp>
    </p:spTree>
    <p:extLst>
      <p:ext uri="{BB962C8B-B14F-4D97-AF65-F5344CB8AC3E}">
        <p14:creationId xmlns:p14="http://schemas.microsoft.com/office/powerpoint/2010/main" val="31587679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8 klantlogos">
    <p:spTree>
      <p:nvGrpSpPr>
        <p:cNvPr id="1" name=""/>
        <p:cNvGrpSpPr/>
        <p:nvPr/>
      </p:nvGrpSpPr>
      <p:grpSpPr>
        <a:xfrm>
          <a:off x="0" y="0"/>
          <a:ext cx="0" cy="0"/>
          <a:chOff x="0" y="0"/>
          <a:chExt cx="0" cy="0"/>
        </a:xfrm>
      </p:grpSpPr>
      <p:sp>
        <p:nvSpPr>
          <p:cNvPr id="13" name="Espace réservé du contenu 12">
            <a:extLst>
              <a:ext uri="{FF2B5EF4-FFF2-40B4-BE49-F238E27FC236}">
                <a16:creationId xmlns:a16="http://schemas.microsoft.com/office/drawing/2014/main" id="{0FA82258-8070-4B7B-B7C6-919C1BFAD958}"/>
              </a:ext>
            </a:extLst>
          </p:cNvPr>
          <p:cNvSpPr>
            <a:spLocks noGrp="1"/>
          </p:cNvSpPr>
          <p:nvPr>
            <p:ph sz="quarter" idx="10" hasCustomPrompt="1"/>
          </p:nvPr>
        </p:nvSpPr>
        <p:spPr>
          <a:xfrm>
            <a:off x="300038" y="1520825"/>
            <a:ext cx="1042521" cy="1008570"/>
          </a:xfrm>
          <a:prstGeom prst="rect">
            <a:avLst/>
          </a:prstGeom>
        </p:spPr>
        <p:txBody>
          <a:bodyPr anchor="t"/>
          <a:lstStyle>
            <a:lvl1pPr marL="0" indent="0" algn="ctr">
              <a:buNone/>
              <a:defRPr sz="813"/>
            </a:lvl1pPr>
          </a:lstStyle>
          <a:p>
            <a:pPr lvl="0"/>
            <a:r>
              <a:rPr lang="fr-FR"/>
              <a:t>Drag &amp; Drop</a:t>
            </a:r>
            <a:endParaRPr lang="en-US"/>
          </a:p>
        </p:txBody>
      </p:sp>
      <p:sp>
        <p:nvSpPr>
          <p:cNvPr id="14" name="Espace réservé du contenu 12">
            <a:extLst>
              <a:ext uri="{FF2B5EF4-FFF2-40B4-BE49-F238E27FC236}">
                <a16:creationId xmlns:a16="http://schemas.microsoft.com/office/drawing/2014/main" id="{24B192B9-1979-47FD-B40B-D105E04FD493}"/>
              </a:ext>
            </a:extLst>
          </p:cNvPr>
          <p:cNvSpPr>
            <a:spLocks noGrp="1"/>
          </p:cNvSpPr>
          <p:nvPr>
            <p:ph sz="quarter" idx="11" hasCustomPrompt="1"/>
          </p:nvPr>
        </p:nvSpPr>
        <p:spPr>
          <a:xfrm>
            <a:off x="2252606" y="1520825"/>
            <a:ext cx="1042521" cy="1008570"/>
          </a:xfrm>
          <a:prstGeom prst="rect">
            <a:avLst/>
          </a:prstGeom>
        </p:spPr>
        <p:txBody>
          <a:bodyPr anchor="t"/>
          <a:lstStyle>
            <a:lvl1pPr marL="0" indent="0" algn="ctr">
              <a:buNone/>
              <a:defRPr sz="813"/>
            </a:lvl1pPr>
          </a:lstStyle>
          <a:p>
            <a:pPr lvl="0"/>
            <a:r>
              <a:rPr lang="fr-FR"/>
              <a:t>Drag &amp; Drop</a:t>
            </a:r>
          </a:p>
        </p:txBody>
      </p:sp>
      <p:sp>
        <p:nvSpPr>
          <p:cNvPr id="17" name="Espace réservé du contenu 12">
            <a:extLst>
              <a:ext uri="{FF2B5EF4-FFF2-40B4-BE49-F238E27FC236}">
                <a16:creationId xmlns:a16="http://schemas.microsoft.com/office/drawing/2014/main" id="{201296E0-114D-4FAE-9474-548B5DC841EA}"/>
              </a:ext>
            </a:extLst>
          </p:cNvPr>
          <p:cNvSpPr>
            <a:spLocks noGrp="1"/>
          </p:cNvSpPr>
          <p:nvPr>
            <p:ph sz="quarter" idx="12" hasCustomPrompt="1"/>
          </p:nvPr>
        </p:nvSpPr>
        <p:spPr>
          <a:xfrm>
            <a:off x="4205175" y="1520825"/>
            <a:ext cx="1042521" cy="1008570"/>
          </a:xfrm>
          <a:prstGeom prst="rect">
            <a:avLst/>
          </a:prstGeom>
        </p:spPr>
        <p:txBody>
          <a:bodyPr anchor="t"/>
          <a:lstStyle>
            <a:lvl1pPr marL="0" indent="0" algn="ctr">
              <a:buNone/>
              <a:defRPr sz="813"/>
            </a:lvl1pPr>
          </a:lstStyle>
          <a:p>
            <a:pPr lvl="0"/>
            <a:r>
              <a:rPr lang="fr-FR"/>
              <a:t>Drag &amp; Drop</a:t>
            </a:r>
          </a:p>
        </p:txBody>
      </p:sp>
      <p:sp>
        <p:nvSpPr>
          <p:cNvPr id="18" name="Espace réservé du contenu 12">
            <a:extLst>
              <a:ext uri="{FF2B5EF4-FFF2-40B4-BE49-F238E27FC236}">
                <a16:creationId xmlns:a16="http://schemas.microsoft.com/office/drawing/2014/main" id="{154D76DD-DF79-45CC-89FC-1544939578E9}"/>
              </a:ext>
            </a:extLst>
          </p:cNvPr>
          <p:cNvSpPr>
            <a:spLocks noGrp="1"/>
          </p:cNvSpPr>
          <p:nvPr>
            <p:ph sz="quarter" idx="13" hasCustomPrompt="1"/>
          </p:nvPr>
        </p:nvSpPr>
        <p:spPr>
          <a:xfrm>
            <a:off x="6157745" y="1520825"/>
            <a:ext cx="1042521" cy="1008570"/>
          </a:xfrm>
          <a:prstGeom prst="rect">
            <a:avLst/>
          </a:prstGeom>
        </p:spPr>
        <p:txBody>
          <a:bodyPr anchor="t"/>
          <a:lstStyle>
            <a:lvl1pPr marL="0" indent="0" algn="ctr">
              <a:buNone/>
              <a:defRPr sz="813"/>
            </a:lvl1pPr>
          </a:lstStyle>
          <a:p>
            <a:pPr lvl="0"/>
            <a:r>
              <a:rPr lang="fr-FR"/>
              <a:t>Drag &amp; Drop</a:t>
            </a:r>
          </a:p>
        </p:txBody>
      </p:sp>
      <p:sp>
        <p:nvSpPr>
          <p:cNvPr id="21" name="Espace réservé du contenu 12">
            <a:extLst>
              <a:ext uri="{FF2B5EF4-FFF2-40B4-BE49-F238E27FC236}">
                <a16:creationId xmlns:a16="http://schemas.microsoft.com/office/drawing/2014/main" id="{E3E44833-1827-41DC-AEC3-0C01F1BAD462}"/>
              </a:ext>
            </a:extLst>
          </p:cNvPr>
          <p:cNvSpPr>
            <a:spLocks noGrp="1"/>
          </p:cNvSpPr>
          <p:nvPr>
            <p:ph sz="quarter" idx="14" hasCustomPrompt="1"/>
          </p:nvPr>
        </p:nvSpPr>
        <p:spPr>
          <a:xfrm>
            <a:off x="8110313" y="1520825"/>
            <a:ext cx="1042521" cy="1008570"/>
          </a:xfrm>
          <a:prstGeom prst="rect">
            <a:avLst/>
          </a:prstGeom>
        </p:spPr>
        <p:txBody>
          <a:bodyPr anchor="t"/>
          <a:lstStyle>
            <a:lvl1pPr marL="0" indent="0" algn="ctr">
              <a:buNone/>
              <a:defRPr sz="813"/>
            </a:lvl1pPr>
          </a:lstStyle>
          <a:p>
            <a:pPr lvl="0"/>
            <a:r>
              <a:rPr lang="fr-FR"/>
              <a:t>Drag &amp; Drop</a:t>
            </a:r>
          </a:p>
        </p:txBody>
      </p:sp>
      <p:sp>
        <p:nvSpPr>
          <p:cNvPr id="22" name="Espace réservé du contenu 12">
            <a:extLst>
              <a:ext uri="{FF2B5EF4-FFF2-40B4-BE49-F238E27FC236}">
                <a16:creationId xmlns:a16="http://schemas.microsoft.com/office/drawing/2014/main" id="{36394FDD-DDC6-46CD-87AF-F343169F6B6C}"/>
              </a:ext>
            </a:extLst>
          </p:cNvPr>
          <p:cNvSpPr>
            <a:spLocks noGrp="1"/>
          </p:cNvSpPr>
          <p:nvPr>
            <p:ph sz="quarter" idx="15" hasCustomPrompt="1"/>
          </p:nvPr>
        </p:nvSpPr>
        <p:spPr>
          <a:xfrm>
            <a:off x="300038" y="3114835"/>
            <a:ext cx="1042521" cy="1008570"/>
          </a:xfrm>
          <a:prstGeom prst="rect">
            <a:avLst/>
          </a:prstGeom>
        </p:spPr>
        <p:txBody>
          <a:bodyPr anchor="t"/>
          <a:lstStyle>
            <a:lvl1pPr marL="0" indent="0" algn="ctr">
              <a:buNone/>
              <a:defRPr sz="813"/>
            </a:lvl1pPr>
          </a:lstStyle>
          <a:p>
            <a:pPr lvl="0"/>
            <a:r>
              <a:rPr lang="fr-FR"/>
              <a:t>Drag &amp; Drop</a:t>
            </a:r>
          </a:p>
        </p:txBody>
      </p:sp>
      <p:sp>
        <p:nvSpPr>
          <p:cNvPr id="23" name="Espace réservé du contenu 12">
            <a:extLst>
              <a:ext uri="{FF2B5EF4-FFF2-40B4-BE49-F238E27FC236}">
                <a16:creationId xmlns:a16="http://schemas.microsoft.com/office/drawing/2014/main" id="{F4892D69-01ED-4ACE-9A93-97CAA2FCC8E8}"/>
              </a:ext>
            </a:extLst>
          </p:cNvPr>
          <p:cNvSpPr>
            <a:spLocks noGrp="1"/>
          </p:cNvSpPr>
          <p:nvPr>
            <p:ph sz="quarter" idx="16" hasCustomPrompt="1"/>
          </p:nvPr>
        </p:nvSpPr>
        <p:spPr>
          <a:xfrm>
            <a:off x="2252606" y="3114835"/>
            <a:ext cx="1042521" cy="1008570"/>
          </a:xfrm>
          <a:prstGeom prst="rect">
            <a:avLst/>
          </a:prstGeom>
        </p:spPr>
        <p:txBody>
          <a:bodyPr anchor="t"/>
          <a:lstStyle>
            <a:lvl1pPr marL="0" indent="0" algn="ctr">
              <a:buNone/>
              <a:defRPr sz="813"/>
            </a:lvl1pPr>
          </a:lstStyle>
          <a:p>
            <a:pPr lvl="0"/>
            <a:r>
              <a:rPr lang="fr-FR"/>
              <a:t>Drag &amp; Drop</a:t>
            </a:r>
          </a:p>
        </p:txBody>
      </p:sp>
      <p:sp>
        <p:nvSpPr>
          <p:cNvPr id="24" name="Espace réservé du contenu 12">
            <a:extLst>
              <a:ext uri="{FF2B5EF4-FFF2-40B4-BE49-F238E27FC236}">
                <a16:creationId xmlns:a16="http://schemas.microsoft.com/office/drawing/2014/main" id="{B911AC6F-ED1A-472B-82C9-F9B03EBADF44}"/>
              </a:ext>
            </a:extLst>
          </p:cNvPr>
          <p:cNvSpPr>
            <a:spLocks noGrp="1"/>
          </p:cNvSpPr>
          <p:nvPr>
            <p:ph sz="quarter" idx="17" hasCustomPrompt="1"/>
          </p:nvPr>
        </p:nvSpPr>
        <p:spPr>
          <a:xfrm>
            <a:off x="4200450" y="3114835"/>
            <a:ext cx="1042521" cy="1008570"/>
          </a:xfrm>
          <a:prstGeom prst="rect">
            <a:avLst/>
          </a:prstGeom>
        </p:spPr>
        <p:txBody>
          <a:bodyPr anchor="t"/>
          <a:lstStyle>
            <a:lvl1pPr marL="0" indent="0" algn="ctr">
              <a:buNone/>
              <a:defRPr sz="813"/>
            </a:lvl1pPr>
          </a:lstStyle>
          <a:p>
            <a:pPr lvl="0"/>
            <a:r>
              <a:rPr lang="fr-FR"/>
              <a:t>Drag &amp; Drop</a:t>
            </a:r>
          </a:p>
        </p:txBody>
      </p:sp>
      <p:sp>
        <p:nvSpPr>
          <p:cNvPr id="25" name="Espace réservé du contenu 12">
            <a:extLst>
              <a:ext uri="{FF2B5EF4-FFF2-40B4-BE49-F238E27FC236}">
                <a16:creationId xmlns:a16="http://schemas.microsoft.com/office/drawing/2014/main" id="{2A92BF88-4F19-41E1-9684-DFAC07366387}"/>
              </a:ext>
            </a:extLst>
          </p:cNvPr>
          <p:cNvSpPr>
            <a:spLocks noGrp="1"/>
          </p:cNvSpPr>
          <p:nvPr>
            <p:ph sz="quarter" idx="18" hasCustomPrompt="1"/>
          </p:nvPr>
        </p:nvSpPr>
        <p:spPr>
          <a:xfrm>
            <a:off x="6157745" y="3114835"/>
            <a:ext cx="1042521" cy="1008570"/>
          </a:xfrm>
          <a:prstGeom prst="rect">
            <a:avLst/>
          </a:prstGeom>
        </p:spPr>
        <p:txBody>
          <a:bodyPr anchor="t"/>
          <a:lstStyle>
            <a:lvl1pPr marL="0" indent="0" algn="ctr">
              <a:buNone/>
              <a:defRPr sz="813"/>
            </a:lvl1pPr>
          </a:lstStyle>
          <a:p>
            <a:pPr lvl="0"/>
            <a:r>
              <a:rPr lang="fr-FR"/>
              <a:t>Drag &amp; Drop</a:t>
            </a:r>
          </a:p>
        </p:txBody>
      </p:sp>
      <p:sp>
        <p:nvSpPr>
          <p:cNvPr id="26" name="Espace réservé du contenu 12">
            <a:extLst>
              <a:ext uri="{FF2B5EF4-FFF2-40B4-BE49-F238E27FC236}">
                <a16:creationId xmlns:a16="http://schemas.microsoft.com/office/drawing/2014/main" id="{6C4A12E5-2DFE-40D7-BD07-4F8CB3981E76}"/>
              </a:ext>
            </a:extLst>
          </p:cNvPr>
          <p:cNvSpPr>
            <a:spLocks noGrp="1"/>
          </p:cNvSpPr>
          <p:nvPr>
            <p:ph sz="quarter" idx="19" hasCustomPrompt="1"/>
          </p:nvPr>
        </p:nvSpPr>
        <p:spPr>
          <a:xfrm>
            <a:off x="8105590" y="3114835"/>
            <a:ext cx="1042521" cy="1008570"/>
          </a:xfrm>
          <a:prstGeom prst="rect">
            <a:avLst/>
          </a:prstGeom>
        </p:spPr>
        <p:txBody>
          <a:bodyPr anchor="t"/>
          <a:lstStyle>
            <a:lvl1pPr marL="0" indent="0" algn="ctr">
              <a:buNone/>
              <a:defRPr sz="813"/>
            </a:lvl1pPr>
          </a:lstStyle>
          <a:p>
            <a:pPr lvl="0"/>
            <a:r>
              <a:rPr lang="fr-FR"/>
              <a:t>Drag &amp; Drop</a:t>
            </a:r>
          </a:p>
        </p:txBody>
      </p:sp>
      <p:sp>
        <p:nvSpPr>
          <p:cNvPr id="2" name="Titel 1">
            <a:extLst>
              <a:ext uri="{FF2B5EF4-FFF2-40B4-BE49-F238E27FC236}">
                <a16:creationId xmlns:a16="http://schemas.microsoft.com/office/drawing/2014/main" id="{0DA0D81A-0A4D-402E-8E9E-990523BD0332}"/>
              </a:ext>
            </a:extLst>
          </p:cNvPr>
          <p:cNvSpPr>
            <a:spLocks noGrp="1"/>
          </p:cNvSpPr>
          <p:nvPr>
            <p:ph type="title"/>
          </p:nvPr>
        </p:nvSpPr>
        <p:spPr/>
        <p:txBody>
          <a:bodyPr/>
          <a:lstStyle/>
          <a:p>
            <a:r>
              <a:rPr lang="nl-NL"/>
              <a:t>Klik om stijl te bewerken</a:t>
            </a:r>
            <a:endParaRPr lang="en-GB"/>
          </a:p>
        </p:txBody>
      </p:sp>
      <p:sp>
        <p:nvSpPr>
          <p:cNvPr id="15" name="Espace réservé du contenu 12">
            <a:extLst>
              <a:ext uri="{FF2B5EF4-FFF2-40B4-BE49-F238E27FC236}">
                <a16:creationId xmlns:a16="http://schemas.microsoft.com/office/drawing/2014/main" id="{6EACFA82-13D3-4835-BC31-EA4D32DA2EEB}"/>
              </a:ext>
            </a:extLst>
          </p:cNvPr>
          <p:cNvSpPr>
            <a:spLocks noGrp="1"/>
          </p:cNvSpPr>
          <p:nvPr>
            <p:ph sz="quarter" idx="20" hasCustomPrompt="1"/>
          </p:nvPr>
        </p:nvSpPr>
        <p:spPr>
          <a:xfrm>
            <a:off x="300038" y="4708845"/>
            <a:ext cx="1042521" cy="1008570"/>
          </a:xfrm>
          <a:prstGeom prst="rect">
            <a:avLst/>
          </a:prstGeom>
        </p:spPr>
        <p:txBody>
          <a:bodyPr anchor="t"/>
          <a:lstStyle>
            <a:lvl1pPr marL="0" indent="0" algn="ctr">
              <a:buNone/>
              <a:defRPr sz="813"/>
            </a:lvl1pPr>
          </a:lstStyle>
          <a:p>
            <a:pPr lvl="0"/>
            <a:r>
              <a:rPr lang="fr-FR"/>
              <a:t>Drag &amp; Drop</a:t>
            </a:r>
          </a:p>
        </p:txBody>
      </p:sp>
      <p:sp>
        <p:nvSpPr>
          <p:cNvPr id="16" name="Espace réservé du contenu 12">
            <a:extLst>
              <a:ext uri="{FF2B5EF4-FFF2-40B4-BE49-F238E27FC236}">
                <a16:creationId xmlns:a16="http://schemas.microsoft.com/office/drawing/2014/main" id="{8116A56C-8FBE-4F10-86C4-7EBBDA731D33}"/>
              </a:ext>
            </a:extLst>
          </p:cNvPr>
          <p:cNvSpPr>
            <a:spLocks noGrp="1"/>
          </p:cNvSpPr>
          <p:nvPr>
            <p:ph sz="quarter" idx="21" hasCustomPrompt="1"/>
          </p:nvPr>
        </p:nvSpPr>
        <p:spPr>
          <a:xfrm>
            <a:off x="2252606" y="4708845"/>
            <a:ext cx="1042521" cy="1008570"/>
          </a:xfrm>
          <a:prstGeom prst="rect">
            <a:avLst/>
          </a:prstGeom>
        </p:spPr>
        <p:txBody>
          <a:bodyPr anchor="t"/>
          <a:lstStyle>
            <a:lvl1pPr marL="0" indent="0" algn="ctr">
              <a:buNone/>
              <a:defRPr sz="813"/>
            </a:lvl1pPr>
          </a:lstStyle>
          <a:p>
            <a:pPr lvl="0"/>
            <a:r>
              <a:rPr lang="fr-FR"/>
              <a:t>Drag &amp; Drop</a:t>
            </a:r>
          </a:p>
        </p:txBody>
      </p:sp>
      <p:sp>
        <p:nvSpPr>
          <p:cNvPr id="19" name="Espace réservé du contenu 12">
            <a:extLst>
              <a:ext uri="{FF2B5EF4-FFF2-40B4-BE49-F238E27FC236}">
                <a16:creationId xmlns:a16="http://schemas.microsoft.com/office/drawing/2014/main" id="{557315BC-A319-41BD-94B1-9E47282316B6}"/>
              </a:ext>
            </a:extLst>
          </p:cNvPr>
          <p:cNvSpPr>
            <a:spLocks noGrp="1"/>
          </p:cNvSpPr>
          <p:nvPr>
            <p:ph sz="quarter" idx="22" hasCustomPrompt="1"/>
          </p:nvPr>
        </p:nvSpPr>
        <p:spPr>
          <a:xfrm>
            <a:off x="4200450" y="4708845"/>
            <a:ext cx="1042521" cy="1008570"/>
          </a:xfrm>
          <a:prstGeom prst="rect">
            <a:avLst/>
          </a:prstGeom>
        </p:spPr>
        <p:txBody>
          <a:bodyPr anchor="t"/>
          <a:lstStyle>
            <a:lvl1pPr marL="0" indent="0" algn="ctr">
              <a:buNone/>
              <a:defRPr sz="813"/>
            </a:lvl1pPr>
          </a:lstStyle>
          <a:p>
            <a:pPr lvl="0"/>
            <a:r>
              <a:rPr lang="fr-FR"/>
              <a:t>Drag &amp; Drop</a:t>
            </a:r>
          </a:p>
        </p:txBody>
      </p:sp>
      <p:sp>
        <p:nvSpPr>
          <p:cNvPr id="20" name="Espace réservé du contenu 12">
            <a:extLst>
              <a:ext uri="{FF2B5EF4-FFF2-40B4-BE49-F238E27FC236}">
                <a16:creationId xmlns:a16="http://schemas.microsoft.com/office/drawing/2014/main" id="{491474BD-C9D3-4108-844A-3A94E7D924B1}"/>
              </a:ext>
            </a:extLst>
          </p:cNvPr>
          <p:cNvSpPr>
            <a:spLocks noGrp="1"/>
          </p:cNvSpPr>
          <p:nvPr>
            <p:ph sz="quarter" idx="23" hasCustomPrompt="1"/>
          </p:nvPr>
        </p:nvSpPr>
        <p:spPr>
          <a:xfrm>
            <a:off x="6157745" y="4708845"/>
            <a:ext cx="1042521" cy="1008570"/>
          </a:xfrm>
          <a:prstGeom prst="rect">
            <a:avLst/>
          </a:prstGeom>
        </p:spPr>
        <p:txBody>
          <a:bodyPr anchor="t"/>
          <a:lstStyle>
            <a:lvl1pPr marL="0" indent="0" algn="ctr">
              <a:buNone/>
              <a:defRPr sz="813"/>
            </a:lvl1pPr>
          </a:lstStyle>
          <a:p>
            <a:pPr lvl="0"/>
            <a:r>
              <a:rPr lang="fr-FR"/>
              <a:t>Drag &amp; Drop</a:t>
            </a:r>
          </a:p>
        </p:txBody>
      </p:sp>
      <p:sp>
        <p:nvSpPr>
          <p:cNvPr id="27" name="Espace réservé du contenu 12">
            <a:extLst>
              <a:ext uri="{FF2B5EF4-FFF2-40B4-BE49-F238E27FC236}">
                <a16:creationId xmlns:a16="http://schemas.microsoft.com/office/drawing/2014/main" id="{2608B710-E00E-44B4-94F8-5E4F05A89D1D}"/>
              </a:ext>
            </a:extLst>
          </p:cNvPr>
          <p:cNvSpPr>
            <a:spLocks noGrp="1"/>
          </p:cNvSpPr>
          <p:nvPr>
            <p:ph sz="quarter" idx="24" hasCustomPrompt="1"/>
          </p:nvPr>
        </p:nvSpPr>
        <p:spPr>
          <a:xfrm>
            <a:off x="8105590" y="4708845"/>
            <a:ext cx="1042521" cy="1008570"/>
          </a:xfrm>
          <a:prstGeom prst="rect">
            <a:avLst/>
          </a:prstGeom>
        </p:spPr>
        <p:txBody>
          <a:bodyPr anchor="t"/>
          <a:lstStyle>
            <a:lvl1pPr marL="0" indent="0" algn="ctr">
              <a:buNone/>
              <a:defRPr sz="813"/>
            </a:lvl1pPr>
          </a:lstStyle>
          <a:p>
            <a:pPr lvl="0"/>
            <a:r>
              <a:rPr lang="fr-FR"/>
              <a:t>Drag &amp; Drop</a:t>
            </a:r>
          </a:p>
        </p:txBody>
      </p:sp>
      <p:sp>
        <p:nvSpPr>
          <p:cNvPr id="28" name="Espace réservé du contenu 12">
            <a:extLst>
              <a:ext uri="{FF2B5EF4-FFF2-40B4-BE49-F238E27FC236}">
                <a16:creationId xmlns:a16="http://schemas.microsoft.com/office/drawing/2014/main" id="{58ECC7BC-2F7A-4EEB-B327-782398844088}"/>
              </a:ext>
            </a:extLst>
          </p:cNvPr>
          <p:cNvSpPr>
            <a:spLocks noGrp="1"/>
          </p:cNvSpPr>
          <p:nvPr>
            <p:ph sz="quarter" idx="25" hasCustomPrompt="1"/>
          </p:nvPr>
        </p:nvSpPr>
        <p:spPr>
          <a:xfrm>
            <a:off x="10062883" y="1520825"/>
            <a:ext cx="1042521" cy="1008570"/>
          </a:xfrm>
          <a:prstGeom prst="rect">
            <a:avLst/>
          </a:prstGeom>
        </p:spPr>
        <p:txBody>
          <a:bodyPr anchor="t"/>
          <a:lstStyle>
            <a:lvl1pPr marL="0" indent="0" algn="ctr">
              <a:buNone/>
              <a:defRPr sz="813"/>
            </a:lvl1pPr>
          </a:lstStyle>
          <a:p>
            <a:pPr lvl="0"/>
            <a:r>
              <a:rPr lang="fr-FR"/>
              <a:t>Drag &amp; Drop</a:t>
            </a:r>
          </a:p>
        </p:txBody>
      </p:sp>
      <p:sp>
        <p:nvSpPr>
          <p:cNvPr id="29" name="Espace réservé du contenu 12">
            <a:extLst>
              <a:ext uri="{FF2B5EF4-FFF2-40B4-BE49-F238E27FC236}">
                <a16:creationId xmlns:a16="http://schemas.microsoft.com/office/drawing/2014/main" id="{08BD1D96-984C-4668-B5C1-1C6B87690E99}"/>
              </a:ext>
            </a:extLst>
          </p:cNvPr>
          <p:cNvSpPr>
            <a:spLocks noGrp="1"/>
          </p:cNvSpPr>
          <p:nvPr>
            <p:ph sz="quarter" idx="26" hasCustomPrompt="1"/>
          </p:nvPr>
        </p:nvSpPr>
        <p:spPr>
          <a:xfrm>
            <a:off x="10062883" y="3114835"/>
            <a:ext cx="1042521" cy="1008570"/>
          </a:xfrm>
          <a:prstGeom prst="rect">
            <a:avLst/>
          </a:prstGeom>
        </p:spPr>
        <p:txBody>
          <a:bodyPr anchor="t"/>
          <a:lstStyle>
            <a:lvl1pPr marL="0" indent="0" algn="ctr">
              <a:buNone/>
              <a:defRPr sz="813"/>
            </a:lvl1pPr>
          </a:lstStyle>
          <a:p>
            <a:pPr lvl="0"/>
            <a:r>
              <a:rPr lang="fr-FR"/>
              <a:t>Drag &amp; Drop</a:t>
            </a:r>
          </a:p>
        </p:txBody>
      </p:sp>
      <p:sp>
        <p:nvSpPr>
          <p:cNvPr id="30" name="Espace réservé du contenu 12">
            <a:extLst>
              <a:ext uri="{FF2B5EF4-FFF2-40B4-BE49-F238E27FC236}">
                <a16:creationId xmlns:a16="http://schemas.microsoft.com/office/drawing/2014/main" id="{619F8650-8ADC-4773-96F6-9A03F2569445}"/>
              </a:ext>
            </a:extLst>
          </p:cNvPr>
          <p:cNvSpPr>
            <a:spLocks noGrp="1"/>
          </p:cNvSpPr>
          <p:nvPr>
            <p:ph sz="quarter" idx="27" hasCustomPrompt="1"/>
          </p:nvPr>
        </p:nvSpPr>
        <p:spPr>
          <a:xfrm>
            <a:off x="10062883" y="4708845"/>
            <a:ext cx="1042521" cy="1008570"/>
          </a:xfrm>
          <a:prstGeom prst="rect">
            <a:avLst/>
          </a:prstGeom>
        </p:spPr>
        <p:txBody>
          <a:bodyPr anchor="t"/>
          <a:lstStyle>
            <a:lvl1pPr marL="0" indent="0" algn="ctr">
              <a:buNone/>
              <a:defRPr sz="813"/>
            </a:lvl1pPr>
          </a:lstStyle>
          <a:p>
            <a:pPr lvl="0"/>
            <a:r>
              <a:rPr lang="fr-FR"/>
              <a:t>Drag &amp; Drop</a:t>
            </a:r>
          </a:p>
        </p:txBody>
      </p:sp>
    </p:spTree>
    <p:extLst>
      <p:ext uri="{BB962C8B-B14F-4D97-AF65-F5344CB8AC3E}">
        <p14:creationId xmlns:p14="http://schemas.microsoft.com/office/powerpoint/2010/main" val="42409696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1 klantlogos">
    <p:spTree>
      <p:nvGrpSpPr>
        <p:cNvPr id="1" name=""/>
        <p:cNvGrpSpPr/>
        <p:nvPr/>
      </p:nvGrpSpPr>
      <p:grpSpPr>
        <a:xfrm>
          <a:off x="0" y="0"/>
          <a:ext cx="0" cy="0"/>
          <a:chOff x="0" y="0"/>
          <a:chExt cx="0" cy="0"/>
        </a:xfrm>
      </p:grpSpPr>
      <p:sp>
        <p:nvSpPr>
          <p:cNvPr id="13" name="Espace réservé du contenu 12">
            <a:extLst>
              <a:ext uri="{FF2B5EF4-FFF2-40B4-BE49-F238E27FC236}">
                <a16:creationId xmlns:a16="http://schemas.microsoft.com/office/drawing/2014/main" id="{0FA82258-8070-4B7B-B7C6-919C1BFAD958}"/>
              </a:ext>
            </a:extLst>
          </p:cNvPr>
          <p:cNvSpPr>
            <a:spLocks noGrp="1"/>
          </p:cNvSpPr>
          <p:nvPr>
            <p:ph sz="quarter" idx="10" hasCustomPrompt="1"/>
          </p:nvPr>
        </p:nvSpPr>
        <p:spPr>
          <a:xfrm>
            <a:off x="302048" y="1520825"/>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40" name="Espace réservé du contenu 12">
            <a:extLst>
              <a:ext uri="{FF2B5EF4-FFF2-40B4-BE49-F238E27FC236}">
                <a16:creationId xmlns:a16="http://schemas.microsoft.com/office/drawing/2014/main" id="{B070F49F-DF60-4723-A91C-5C1E12D58613}"/>
              </a:ext>
            </a:extLst>
          </p:cNvPr>
          <p:cNvSpPr>
            <a:spLocks noGrp="1"/>
          </p:cNvSpPr>
          <p:nvPr>
            <p:ph sz="quarter" idx="11" hasCustomPrompt="1"/>
          </p:nvPr>
        </p:nvSpPr>
        <p:spPr>
          <a:xfrm>
            <a:off x="1972955" y="1520825"/>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41" name="Espace réservé du contenu 12">
            <a:extLst>
              <a:ext uri="{FF2B5EF4-FFF2-40B4-BE49-F238E27FC236}">
                <a16:creationId xmlns:a16="http://schemas.microsoft.com/office/drawing/2014/main" id="{1A46C95E-26CD-45AD-BB72-B430933BACC5}"/>
              </a:ext>
            </a:extLst>
          </p:cNvPr>
          <p:cNvSpPr>
            <a:spLocks noGrp="1"/>
          </p:cNvSpPr>
          <p:nvPr>
            <p:ph sz="quarter" idx="12" hasCustomPrompt="1"/>
          </p:nvPr>
        </p:nvSpPr>
        <p:spPr>
          <a:xfrm>
            <a:off x="3643862" y="1520825"/>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42" name="Espace réservé du contenu 12">
            <a:extLst>
              <a:ext uri="{FF2B5EF4-FFF2-40B4-BE49-F238E27FC236}">
                <a16:creationId xmlns:a16="http://schemas.microsoft.com/office/drawing/2014/main" id="{7C59A534-42C3-4A87-94C8-B2FBBAFC4BF6}"/>
              </a:ext>
            </a:extLst>
          </p:cNvPr>
          <p:cNvSpPr>
            <a:spLocks noGrp="1"/>
          </p:cNvSpPr>
          <p:nvPr>
            <p:ph sz="quarter" idx="13" hasCustomPrompt="1"/>
          </p:nvPr>
        </p:nvSpPr>
        <p:spPr>
          <a:xfrm>
            <a:off x="5314769" y="1520825"/>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43" name="Espace réservé du contenu 12">
            <a:extLst>
              <a:ext uri="{FF2B5EF4-FFF2-40B4-BE49-F238E27FC236}">
                <a16:creationId xmlns:a16="http://schemas.microsoft.com/office/drawing/2014/main" id="{4BB3DF69-45D4-47B3-BA99-BA35B5100C33}"/>
              </a:ext>
            </a:extLst>
          </p:cNvPr>
          <p:cNvSpPr>
            <a:spLocks noGrp="1"/>
          </p:cNvSpPr>
          <p:nvPr>
            <p:ph sz="quarter" idx="14" hasCustomPrompt="1"/>
          </p:nvPr>
        </p:nvSpPr>
        <p:spPr>
          <a:xfrm>
            <a:off x="6985675" y="1520825"/>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44" name="Espace réservé du contenu 12">
            <a:extLst>
              <a:ext uri="{FF2B5EF4-FFF2-40B4-BE49-F238E27FC236}">
                <a16:creationId xmlns:a16="http://schemas.microsoft.com/office/drawing/2014/main" id="{F2BAFCF9-6ACE-4E11-8AC5-705BA7DCE73A}"/>
              </a:ext>
            </a:extLst>
          </p:cNvPr>
          <p:cNvSpPr>
            <a:spLocks noGrp="1"/>
          </p:cNvSpPr>
          <p:nvPr>
            <p:ph sz="quarter" idx="15" hasCustomPrompt="1"/>
          </p:nvPr>
        </p:nvSpPr>
        <p:spPr>
          <a:xfrm>
            <a:off x="8656582" y="1520825"/>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3" name="Titel 2">
            <a:extLst>
              <a:ext uri="{FF2B5EF4-FFF2-40B4-BE49-F238E27FC236}">
                <a16:creationId xmlns:a16="http://schemas.microsoft.com/office/drawing/2014/main" id="{114B89B0-0422-4EDE-810F-DD425AACD603}"/>
              </a:ext>
            </a:extLst>
          </p:cNvPr>
          <p:cNvSpPr>
            <a:spLocks noGrp="1"/>
          </p:cNvSpPr>
          <p:nvPr>
            <p:ph type="title"/>
          </p:nvPr>
        </p:nvSpPr>
        <p:spPr/>
        <p:txBody>
          <a:bodyPr/>
          <a:lstStyle/>
          <a:p>
            <a:r>
              <a:rPr lang="nl-NL"/>
              <a:t>Klik om stijl te bewerken</a:t>
            </a:r>
            <a:endParaRPr lang="en-GB"/>
          </a:p>
        </p:txBody>
      </p:sp>
      <p:sp>
        <p:nvSpPr>
          <p:cNvPr id="22" name="Espace réservé du contenu 12">
            <a:extLst>
              <a:ext uri="{FF2B5EF4-FFF2-40B4-BE49-F238E27FC236}">
                <a16:creationId xmlns:a16="http://schemas.microsoft.com/office/drawing/2014/main" id="{7179003E-4816-41C0-9AF2-1961BE47218A}"/>
              </a:ext>
            </a:extLst>
          </p:cNvPr>
          <p:cNvSpPr>
            <a:spLocks noGrp="1"/>
          </p:cNvSpPr>
          <p:nvPr>
            <p:ph sz="quarter" idx="16" hasCustomPrompt="1"/>
          </p:nvPr>
        </p:nvSpPr>
        <p:spPr>
          <a:xfrm>
            <a:off x="10327489" y="1520825"/>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23" name="Espace réservé du contenu 12">
            <a:extLst>
              <a:ext uri="{FF2B5EF4-FFF2-40B4-BE49-F238E27FC236}">
                <a16:creationId xmlns:a16="http://schemas.microsoft.com/office/drawing/2014/main" id="{16BF5880-831D-419E-8A89-CAA85767225E}"/>
              </a:ext>
            </a:extLst>
          </p:cNvPr>
          <p:cNvSpPr>
            <a:spLocks noGrp="1"/>
          </p:cNvSpPr>
          <p:nvPr>
            <p:ph sz="quarter" idx="17" hasCustomPrompt="1"/>
          </p:nvPr>
        </p:nvSpPr>
        <p:spPr>
          <a:xfrm>
            <a:off x="302048" y="2660590"/>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24" name="Espace réservé du contenu 12">
            <a:extLst>
              <a:ext uri="{FF2B5EF4-FFF2-40B4-BE49-F238E27FC236}">
                <a16:creationId xmlns:a16="http://schemas.microsoft.com/office/drawing/2014/main" id="{81EFFE30-BF7F-4D56-9052-FC7B0EA47F4C}"/>
              </a:ext>
            </a:extLst>
          </p:cNvPr>
          <p:cNvSpPr>
            <a:spLocks noGrp="1"/>
          </p:cNvSpPr>
          <p:nvPr>
            <p:ph sz="quarter" idx="18" hasCustomPrompt="1"/>
          </p:nvPr>
        </p:nvSpPr>
        <p:spPr>
          <a:xfrm>
            <a:off x="1972955" y="2660590"/>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25" name="Espace réservé du contenu 12">
            <a:extLst>
              <a:ext uri="{FF2B5EF4-FFF2-40B4-BE49-F238E27FC236}">
                <a16:creationId xmlns:a16="http://schemas.microsoft.com/office/drawing/2014/main" id="{9726FF2E-0D1B-446C-AED7-6C18FA081A2B}"/>
              </a:ext>
            </a:extLst>
          </p:cNvPr>
          <p:cNvSpPr>
            <a:spLocks noGrp="1"/>
          </p:cNvSpPr>
          <p:nvPr>
            <p:ph sz="quarter" idx="19" hasCustomPrompt="1"/>
          </p:nvPr>
        </p:nvSpPr>
        <p:spPr>
          <a:xfrm>
            <a:off x="3643862" y="2660590"/>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26" name="Espace réservé du contenu 12">
            <a:extLst>
              <a:ext uri="{FF2B5EF4-FFF2-40B4-BE49-F238E27FC236}">
                <a16:creationId xmlns:a16="http://schemas.microsoft.com/office/drawing/2014/main" id="{0452C3E5-292A-4D12-8FDE-385DEDE4DA35}"/>
              </a:ext>
            </a:extLst>
          </p:cNvPr>
          <p:cNvSpPr>
            <a:spLocks noGrp="1"/>
          </p:cNvSpPr>
          <p:nvPr>
            <p:ph sz="quarter" idx="20" hasCustomPrompt="1"/>
          </p:nvPr>
        </p:nvSpPr>
        <p:spPr>
          <a:xfrm>
            <a:off x="5314769" y="2660590"/>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27" name="Espace réservé du contenu 12">
            <a:extLst>
              <a:ext uri="{FF2B5EF4-FFF2-40B4-BE49-F238E27FC236}">
                <a16:creationId xmlns:a16="http://schemas.microsoft.com/office/drawing/2014/main" id="{AE4E27E8-C18D-419A-A1FE-016385306042}"/>
              </a:ext>
            </a:extLst>
          </p:cNvPr>
          <p:cNvSpPr>
            <a:spLocks noGrp="1"/>
          </p:cNvSpPr>
          <p:nvPr>
            <p:ph sz="quarter" idx="21" hasCustomPrompt="1"/>
          </p:nvPr>
        </p:nvSpPr>
        <p:spPr>
          <a:xfrm>
            <a:off x="6985675" y="2660590"/>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28" name="Espace réservé du contenu 12">
            <a:extLst>
              <a:ext uri="{FF2B5EF4-FFF2-40B4-BE49-F238E27FC236}">
                <a16:creationId xmlns:a16="http://schemas.microsoft.com/office/drawing/2014/main" id="{2202F7BB-DA07-47E6-9776-44DE2CE5B1A8}"/>
              </a:ext>
            </a:extLst>
          </p:cNvPr>
          <p:cNvSpPr>
            <a:spLocks noGrp="1"/>
          </p:cNvSpPr>
          <p:nvPr>
            <p:ph sz="quarter" idx="22" hasCustomPrompt="1"/>
          </p:nvPr>
        </p:nvSpPr>
        <p:spPr>
          <a:xfrm>
            <a:off x="8656582" y="2660590"/>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29" name="Espace réservé du contenu 12">
            <a:extLst>
              <a:ext uri="{FF2B5EF4-FFF2-40B4-BE49-F238E27FC236}">
                <a16:creationId xmlns:a16="http://schemas.microsoft.com/office/drawing/2014/main" id="{13AD8282-9283-4BCD-93B4-A60DE19B96BD}"/>
              </a:ext>
            </a:extLst>
          </p:cNvPr>
          <p:cNvSpPr>
            <a:spLocks noGrp="1"/>
          </p:cNvSpPr>
          <p:nvPr>
            <p:ph sz="quarter" idx="23" hasCustomPrompt="1"/>
          </p:nvPr>
        </p:nvSpPr>
        <p:spPr>
          <a:xfrm>
            <a:off x="10327489" y="2660590"/>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30" name="Espace réservé du contenu 12">
            <a:extLst>
              <a:ext uri="{FF2B5EF4-FFF2-40B4-BE49-F238E27FC236}">
                <a16:creationId xmlns:a16="http://schemas.microsoft.com/office/drawing/2014/main" id="{EDB560BE-84F4-41ED-A25E-92DD880EFBEB}"/>
              </a:ext>
            </a:extLst>
          </p:cNvPr>
          <p:cNvSpPr>
            <a:spLocks noGrp="1"/>
          </p:cNvSpPr>
          <p:nvPr>
            <p:ph sz="quarter" idx="24" hasCustomPrompt="1"/>
          </p:nvPr>
        </p:nvSpPr>
        <p:spPr>
          <a:xfrm>
            <a:off x="300039" y="3909215"/>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31" name="Espace réservé du contenu 12">
            <a:extLst>
              <a:ext uri="{FF2B5EF4-FFF2-40B4-BE49-F238E27FC236}">
                <a16:creationId xmlns:a16="http://schemas.microsoft.com/office/drawing/2014/main" id="{CD1F4ABC-FE91-41A9-BAF4-C6FD38763B6D}"/>
              </a:ext>
            </a:extLst>
          </p:cNvPr>
          <p:cNvSpPr>
            <a:spLocks noGrp="1"/>
          </p:cNvSpPr>
          <p:nvPr>
            <p:ph sz="quarter" idx="25" hasCustomPrompt="1"/>
          </p:nvPr>
        </p:nvSpPr>
        <p:spPr>
          <a:xfrm>
            <a:off x="1970946" y="3875923"/>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32" name="Espace réservé du contenu 12">
            <a:extLst>
              <a:ext uri="{FF2B5EF4-FFF2-40B4-BE49-F238E27FC236}">
                <a16:creationId xmlns:a16="http://schemas.microsoft.com/office/drawing/2014/main" id="{E89F3236-63C3-4361-A946-CCFDF997A088}"/>
              </a:ext>
            </a:extLst>
          </p:cNvPr>
          <p:cNvSpPr>
            <a:spLocks noGrp="1"/>
          </p:cNvSpPr>
          <p:nvPr>
            <p:ph sz="quarter" idx="26" hasCustomPrompt="1"/>
          </p:nvPr>
        </p:nvSpPr>
        <p:spPr>
          <a:xfrm>
            <a:off x="3641854" y="3875923"/>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33" name="Espace réservé du contenu 12">
            <a:extLst>
              <a:ext uri="{FF2B5EF4-FFF2-40B4-BE49-F238E27FC236}">
                <a16:creationId xmlns:a16="http://schemas.microsoft.com/office/drawing/2014/main" id="{C774BBFA-2EDC-46C0-99B6-BB94741E43A6}"/>
              </a:ext>
            </a:extLst>
          </p:cNvPr>
          <p:cNvSpPr>
            <a:spLocks noGrp="1"/>
          </p:cNvSpPr>
          <p:nvPr>
            <p:ph sz="quarter" idx="27" hasCustomPrompt="1"/>
          </p:nvPr>
        </p:nvSpPr>
        <p:spPr>
          <a:xfrm>
            <a:off x="5312761" y="3875923"/>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34" name="Espace réservé du contenu 12">
            <a:extLst>
              <a:ext uri="{FF2B5EF4-FFF2-40B4-BE49-F238E27FC236}">
                <a16:creationId xmlns:a16="http://schemas.microsoft.com/office/drawing/2014/main" id="{F950F4F3-C660-4899-ADA1-15E1485646D4}"/>
              </a:ext>
            </a:extLst>
          </p:cNvPr>
          <p:cNvSpPr>
            <a:spLocks noGrp="1"/>
          </p:cNvSpPr>
          <p:nvPr>
            <p:ph sz="quarter" idx="28" hasCustomPrompt="1"/>
          </p:nvPr>
        </p:nvSpPr>
        <p:spPr>
          <a:xfrm>
            <a:off x="6983668" y="3875923"/>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35" name="Espace réservé du contenu 12">
            <a:extLst>
              <a:ext uri="{FF2B5EF4-FFF2-40B4-BE49-F238E27FC236}">
                <a16:creationId xmlns:a16="http://schemas.microsoft.com/office/drawing/2014/main" id="{3F9278D3-004D-432F-A4AB-EFC0C9107FE5}"/>
              </a:ext>
            </a:extLst>
          </p:cNvPr>
          <p:cNvSpPr>
            <a:spLocks noGrp="1"/>
          </p:cNvSpPr>
          <p:nvPr>
            <p:ph sz="quarter" idx="29" hasCustomPrompt="1"/>
          </p:nvPr>
        </p:nvSpPr>
        <p:spPr>
          <a:xfrm>
            <a:off x="8654575" y="3875923"/>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36" name="Espace réservé du contenu 12">
            <a:extLst>
              <a:ext uri="{FF2B5EF4-FFF2-40B4-BE49-F238E27FC236}">
                <a16:creationId xmlns:a16="http://schemas.microsoft.com/office/drawing/2014/main" id="{8D91ED01-78AD-4C9E-8EAC-02799D1F1AC5}"/>
              </a:ext>
            </a:extLst>
          </p:cNvPr>
          <p:cNvSpPr>
            <a:spLocks noGrp="1"/>
          </p:cNvSpPr>
          <p:nvPr>
            <p:ph sz="quarter" idx="30" hasCustomPrompt="1"/>
          </p:nvPr>
        </p:nvSpPr>
        <p:spPr>
          <a:xfrm>
            <a:off x="10325482" y="3875923"/>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37" name="Espace réservé du contenu 12">
            <a:extLst>
              <a:ext uri="{FF2B5EF4-FFF2-40B4-BE49-F238E27FC236}">
                <a16:creationId xmlns:a16="http://schemas.microsoft.com/office/drawing/2014/main" id="{9AB1A9A0-9D07-4585-8F4A-E7E37DD658DD}"/>
              </a:ext>
            </a:extLst>
          </p:cNvPr>
          <p:cNvSpPr>
            <a:spLocks noGrp="1"/>
          </p:cNvSpPr>
          <p:nvPr>
            <p:ph sz="quarter" idx="31" hasCustomPrompt="1"/>
          </p:nvPr>
        </p:nvSpPr>
        <p:spPr>
          <a:xfrm>
            <a:off x="302048" y="5157841"/>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38" name="Espace réservé du contenu 12">
            <a:extLst>
              <a:ext uri="{FF2B5EF4-FFF2-40B4-BE49-F238E27FC236}">
                <a16:creationId xmlns:a16="http://schemas.microsoft.com/office/drawing/2014/main" id="{AF9FFA38-2CAB-43BF-85AF-6A02A583BA55}"/>
              </a:ext>
            </a:extLst>
          </p:cNvPr>
          <p:cNvSpPr>
            <a:spLocks noGrp="1"/>
          </p:cNvSpPr>
          <p:nvPr>
            <p:ph sz="quarter" idx="32" hasCustomPrompt="1"/>
          </p:nvPr>
        </p:nvSpPr>
        <p:spPr>
          <a:xfrm>
            <a:off x="1972955" y="5157841"/>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39" name="Espace réservé du contenu 12">
            <a:extLst>
              <a:ext uri="{FF2B5EF4-FFF2-40B4-BE49-F238E27FC236}">
                <a16:creationId xmlns:a16="http://schemas.microsoft.com/office/drawing/2014/main" id="{0C1E97B8-E5C7-46D5-8C5C-6D0E2F88F9BD}"/>
              </a:ext>
            </a:extLst>
          </p:cNvPr>
          <p:cNvSpPr>
            <a:spLocks noGrp="1"/>
          </p:cNvSpPr>
          <p:nvPr>
            <p:ph sz="quarter" idx="33" hasCustomPrompt="1"/>
          </p:nvPr>
        </p:nvSpPr>
        <p:spPr>
          <a:xfrm>
            <a:off x="3643862" y="5157841"/>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57" name="Espace réservé du contenu 12">
            <a:extLst>
              <a:ext uri="{FF2B5EF4-FFF2-40B4-BE49-F238E27FC236}">
                <a16:creationId xmlns:a16="http://schemas.microsoft.com/office/drawing/2014/main" id="{57910F56-96F7-4196-8A69-459515E99B1D}"/>
              </a:ext>
            </a:extLst>
          </p:cNvPr>
          <p:cNvSpPr>
            <a:spLocks noGrp="1"/>
          </p:cNvSpPr>
          <p:nvPr>
            <p:ph sz="quarter" idx="34" hasCustomPrompt="1"/>
          </p:nvPr>
        </p:nvSpPr>
        <p:spPr>
          <a:xfrm>
            <a:off x="5314769" y="5157841"/>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58" name="Espace réservé du contenu 12">
            <a:extLst>
              <a:ext uri="{FF2B5EF4-FFF2-40B4-BE49-F238E27FC236}">
                <a16:creationId xmlns:a16="http://schemas.microsoft.com/office/drawing/2014/main" id="{E3A46883-1CA1-41B5-829C-AE02DB324B35}"/>
              </a:ext>
            </a:extLst>
          </p:cNvPr>
          <p:cNvSpPr>
            <a:spLocks noGrp="1"/>
          </p:cNvSpPr>
          <p:nvPr>
            <p:ph sz="quarter" idx="35" hasCustomPrompt="1"/>
          </p:nvPr>
        </p:nvSpPr>
        <p:spPr>
          <a:xfrm>
            <a:off x="6985675" y="5157841"/>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59" name="Espace réservé du contenu 12">
            <a:extLst>
              <a:ext uri="{FF2B5EF4-FFF2-40B4-BE49-F238E27FC236}">
                <a16:creationId xmlns:a16="http://schemas.microsoft.com/office/drawing/2014/main" id="{35048BB4-8422-4CEF-97A5-D807984C0702}"/>
              </a:ext>
            </a:extLst>
          </p:cNvPr>
          <p:cNvSpPr>
            <a:spLocks noGrp="1"/>
          </p:cNvSpPr>
          <p:nvPr>
            <p:ph sz="quarter" idx="36" hasCustomPrompt="1"/>
          </p:nvPr>
        </p:nvSpPr>
        <p:spPr>
          <a:xfrm>
            <a:off x="8656582" y="5157841"/>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60" name="Espace réservé du contenu 12">
            <a:extLst>
              <a:ext uri="{FF2B5EF4-FFF2-40B4-BE49-F238E27FC236}">
                <a16:creationId xmlns:a16="http://schemas.microsoft.com/office/drawing/2014/main" id="{324E096C-1CAA-4C8A-A720-E31C1A01767E}"/>
              </a:ext>
            </a:extLst>
          </p:cNvPr>
          <p:cNvSpPr>
            <a:spLocks noGrp="1"/>
          </p:cNvSpPr>
          <p:nvPr>
            <p:ph sz="quarter" idx="37" hasCustomPrompt="1"/>
          </p:nvPr>
        </p:nvSpPr>
        <p:spPr>
          <a:xfrm>
            <a:off x="10327489" y="5157841"/>
            <a:ext cx="775908" cy="754686"/>
          </a:xfrm>
          <a:prstGeom prst="rect">
            <a:avLst/>
          </a:prstGeom>
        </p:spPr>
        <p:txBody>
          <a:bodyPr anchor="t"/>
          <a:lstStyle>
            <a:lvl1pPr marL="0" indent="0" algn="ctr">
              <a:buNone/>
              <a:defRPr sz="650"/>
            </a:lvl1pPr>
          </a:lstStyle>
          <a:p>
            <a:pPr lvl="0"/>
            <a:r>
              <a:rPr lang="fr-FR"/>
              <a:t>Drag &amp; Drop</a:t>
            </a:r>
            <a:endParaRPr lang="en-US"/>
          </a:p>
        </p:txBody>
      </p:sp>
    </p:spTree>
    <p:extLst>
      <p:ext uri="{BB962C8B-B14F-4D97-AF65-F5344CB8AC3E}">
        <p14:creationId xmlns:p14="http://schemas.microsoft.com/office/powerpoint/2010/main" val="586390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3_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3EEA85-DFB4-BD68-8BB4-1B5801BB3508}"/>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98190C34-2CC5-B3ED-1F8E-112351328C83}"/>
              </a:ext>
            </a:extLst>
          </p:cNvPr>
          <p:cNvSpPr>
            <a:spLocks noGrp="1"/>
          </p:cNvSpPr>
          <p:nvPr>
            <p:ph type="dt" sz="half" idx="10"/>
          </p:nvPr>
        </p:nvSpPr>
        <p:spPr/>
        <p:txBody>
          <a:bodyPr/>
          <a:lstStyle/>
          <a:p>
            <a:fld id="{97D724BB-B06D-456B-989F-E4E6B54E3121}" type="datetime1">
              <a:rPr lang="nl-NL" smtClean="0"/>
              <a:t>6-11-2025</a:t>
            </a:fld>
            <a:endParaRPr lang="nl-NL"/>
          </a:p>
        </p:txBody>
      </p:sp>
      <p:sp>
        <p:nvSpPr>
          <p:cNvPr id="4" name="Tijdelijke aanduiding voor voettekst 3">
            <a:extLst>
              <a:ext uri="{FF2B5EF4-FFF2-40B4-BE49-F238E27FC236}">
                <a16:creationId xmlns:a16="http://schemas.microsoft.com/office/drawing/2014/main" id="{787019D9-E226-E995-5BB4-EAC600F5173E}"/>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11E47A91-B916-8AB9-41A3-CED18AFA8F05}"/>
              </a:ext>
            </a:extLst>
          </p:cNvPr>
          <p:cNvSpPr>
            <a:spLocks noGrp="1"/>
          </p:cNvSpPr>
          <p:nvPr>
            <p:ph type="sldNum" sz="quarter" idx="12"/>
          </p:nvPr>
        </p:nvSpPr>
        <p:spPr/>
        <p:txBody>
          <a:bodyPr/>
          <a:lstStyle/>
          <a:p>
            <a:fld id="{A648B885-FF76-47CB-8BBD-27E7EBF07CA9}" type="slidenum">
              <a:rPr lang="nl-NL" smtClean="0"/>
              <a:t>‹nr.›</a:t>
            </a:fld>
            <a:endParaRPr lang="nl-NL"/>
          </a:p>
        </p:txBody>
      </p:sp>
    </p:spTree>
    <p:extLst>
      <p:ext uri="{BB962C8B-B14F-4D97-AF65-F5344CB8AC3E}">
        <p14:creationId xmlns:p14="http://schemas.microsoft.com/office/powerpoint/2010/main" val="42719172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23C17B78-A4BA-827D-07E7-CF57F7A4932A}"/>
              </a:ext>
            </a:extLst>
          </p:cNvPr>
          <p:cNvSpPr>
            <a:spLocks noGrp="1"/>
          </p:cNvSpPr>
          <p:nvPr>
            <p:ph type="dt" sz="half" idx="10"/>
          </p:nvPr>
        </p:nvSpPr>
        <p:spPr/>
        <p:txBody>
          <a:bodyPr/>
          <a:lstStyle/>
          <a:p>
            <a:fld id="{406088AE-63DC-4099-90B6-C0DEFB5E6602}" type="datetime1">
              <a:rPr lang="nl-NL" smtClean="0"/>
              <a:t>6-11-2025</a:t>
            </a:fld>
            <a:endParaRPr lang="nl-NL"/>
          </a:p>
        </p:txBody>
      </p:sp>
      <p:sp>
        <p:nvSpPr>
          <p:cNvPr id="3" name="Tijdelijke aanduiding voor voettekst 2">
            <a:extLst>
              <a:ext uri="{FF2B5EF4-FFF2-40B4-BE49-F238E27FC236}">
                <a16:creationId xmlns:a16="http://schemas.microsoft.com/office/drawing/2014/main" id="{BB6AE795-CF6B-B62A-54F3-581343067A7C}"/>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B6DEACBB-EA0E-2C61-9483-4FEA12873515}"/>
              </a:ext>
            </a:extLst>
          </p:cNvPr>
          <p:cNvSpPr>
            <a:spLocks noGrp="1"/>
          </p:cNvSpPr>
          <p:nvPr>
            <p:ph type="sldNum" sz="quarter" idx="12"/>
          </p:nvPr>
        </p:nvSpPr>
        <p:spPr/>
        <p:txBody>
          <a:bodyPr/>
          <a:lstStyle/>
          <a:p>
            <a:fld id="{A648B885-FF76-47CB-8BBD-27E7EBF07CA9}" type="slidenum">
              <a:rPr lang="nl-NL" smtClean="0"/>
              <a:t>‹nr.›</a:t>
            </a:fld>
            <a:endParaRPr lang="nl-NL"/>
          </a:p>
        </p:txBody>
      </p:sp>
    </p:spTree>
    <p:extLst>
      <p:ext uri="{BB962C8B-B14F-4D97-AF65-F5344CB8AC3E}">
        <p14:creationId xmlns:p14="http://schemas.microsoft.com/office/powerpoint/2010/main" val="36724480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Only" preserve="1">
  <p:cSld name="Titel zonder bal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3EEA85-DFB4-BD68-8BB4-1B5801BB3508}"/>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98190C34-2CC5-B3ED-1F8E-112351328C83}"/>
              </a:ext>
            </a:extLst>
          </p:cNvPr>
          <p:cNvSpPr>
            <a:spLocks noGrp="1"/>
          </p:cNvSpPr>
          <p:nvPr>
            <p:ph type="dt" sz="half" idx="10"/>
          </p:nvPr>
        </p:nvSpPr>
        <p:spPr>
          <a:xfrm>
            <a:off x="320734" y="6858000"/>
            <a:ext cx="1981596" cy="365125"/>
          </a:xfrm>
        </p:spPr>
        <p:txBody>
          <a:bodyPr/>
          <a:lstStyle/>
          <a:p>
            <a:fld id="{97D724BB-B06D-456B-989F-E4E6B54E3121}" type="datetime1">
              <a:rPr lang="nl-NL" smtClean="0"/>
              <a:t>6-11-2025</a:t>
            </a:fld>
            <a:endParaRPr lang="nl-NL"/>
          </a:p>
        </p:txBody>
      </p:sp>
      <p:sp>
        <p:nvSpPr>
          <p:cNvPr id="4" name="Tijdelijke aanduiding voor voettekst 3">
            <a:extLst>
              <a:ext uri="{FF2B5EF4-FFF2-40B4-BE49-F238E27FC236}">
                <a16:creationId xmlns:a16="http://schemas.microsoft.com/office/drawing/2014/main" id="{787019D9-E226-E995-5BB4-EAC600F5173E}"/>
              </a:ext>
            </a:extLst>
          </p:cNvPr>
          <p:cNvSpPr>
            <a:spLocks noGrp="1"/>
          </p:cNvSpPr>
          <p:nvPr>
            <p:ph type="ftr" sz="quarter" idx="11"/>
          </p:nvPr>
        </p:nvSpPr>
        <p:spPr>
          <a:xfrm>
            <a:off x="2411186" y="6858000"/>
            <a:ext cx="8588828" cy="365125"/>
          </a:xfrm>
        </p:spPr>
        <p:txBody>
          <a:bodyPr/>
          <a:lstStyle/>
          <a:p>
            <a:endParaRPr lang="nl-NL"/>
          </a:p>
        </p:txBody>
      </p:sp>
      <p:sp>
        <p:nvSpPr>
          <p:cNvPr id="5" name="Tijdelijke aanduiding voor dianummer 4">
            <a:extLst>
              <a:ext uri="{FF2B5EF4-FFF2-40B4-BE49-F238E27FC236}">
                <a16:creationId xmlns:a16="http://schemas.microsoft.com/office/drawing/2014/main" id="{11E47A91-B916-8AB9-41A3-CED18AFA8F05}"/>
              </a:ext>
            </a:extLst>
          </p:cNvPr>
          <p:cNvSpPr>
            <a:spLocks noGrp="1"/>
          </p:cNvSpPr>
          <p:nvPr>
            <p:ph type="sldNum" sz="quarter" idx="12"/>
          </p:nvPr>
        </p:nvSpPr>
        <p:spPr>
          <a:xfrm>
            <a:off x="11119757" y="6858000"/>
            <a:ext cx="768135" cy="365125"/>
          </a:xfrm>
        </p:spPr>
        <p:txBody>
          <a:bodyPr/>
          <a:lstStyle/>
          <a:p>
            <a:fld id="{A648B885-FF76-47CB-8BBD-27E7EBF07CA9}" type="slidenum">
              <a:rPr lang="nl-NL" smtClean="0"/>
              <a:t>‹nr.›</a:t>
            </a:fld>
            <a:endParaRPr lang="nl-NL"/>
          </a:p>
        </p:txBody>
      </p:sp>
      <p:pic>
        <p:nvPicPr>
          <p:cNvPr id="6" name="ArtworkLogo">
            <a:extLst>
              <a:ext uri="{FF2B5EF4-FFF2-40B4-BE49-F238E27FC236}">
                <a16:creationId xmlns:a16="http://schemas.microsoft.com/office/drawing/2014/main" id="{CE968CEF-3847-9879-E923-ED64E3E348B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83929" y="303802"/>
            <a:ext cx="1629294" cy="830672"/>
          </a:xfrm>
          <a:prstGeom prst="rect">
            <a:avLst/>
          </a:prstGeom>
        </p:spPr>
      </p:pic>
    </p:spTree>
    <p:extLst>
      <p:ext uri="{BB962C8B-B14F-4D97-AF65-F5344CB8AC3E}">
        <p14:creationId xmlns:p14="http://schemas.microsoft.com/office/powerpoint/2010/main" val="190609021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13418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Eindedia algemeen">
    <p:spTree>
      <p:nvGrpSpPr>
        <p:cNvPr id="1" name=""/>
        <p:cNvGrpSpPr/>
        <p:nvPr/>
      </p:nvGrpSpPr>
      <p:grpSpPr>
        <a:xfrm>
          <a:off x="0" y="0"/>
          <a:ext cx="0" cy="0"/>
          <a:chOff x="0" y="0"/>
          <a:chExt cx="0" cy="0"/>
        </a:xfrm>
      </p:grpSpPr>
      <p:pic>
        <p:nvPicPr>
          <p:cNvPr id="6" name="Graphic 18">
            <a:extLst>
              <a:ext uri="{FF2B5EF4-FFF2-40B4-BE49-F238E27FC236}">
                <a16:creationId xmlns:a16="http://schemas.microsoft.com/office/drawing/2014/main" id="{E3EC554F-9B3F-7C4B-6145-7BAE0BB01EA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4868487" cy="6878068"/>
          </a:xfrm>
          <a:prstGeom prst="rect">
            <a:avLst/>
          </a:prstGeom>
        </p:spPr>
      </p:pic>
      <p:sp>
        <p:nvSpPr>
          <p:cNvPr id="7" name="Rechthoek 6">
            <a:extLst>
              <a:ext uri="{FF2B5EF4-FFF2-40B4-BE49-F238E27FC236}">
                <a16:creationId xmlns:a16="http://schemas.microsoft.com/office/drawing/2014/main" id="{CBFD2F8A-C1A5-25EB-8679-C5C51A188736}"/>
              </a:ext>
            </a:extLst>
          </p:cNvPr>
          <p:cNvSpPr/>
          <p:nvPr userDrawn="1"/>
        </p:nvSpPr>
        <p:spPr>
          <a:xfrm>
            <a:off x="4868487" y="-1"/>
            <a:ext cx="7323513" cy="685800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Tekstvak 8">
            <a:extLst>
              <a:ext uri="{FF2B5EF4-FFF2-40B4-BE49-F238E27FC236}">
                <a16:creationId xmlns:a16="http://schemas.microsoft.com/office/drawing/2014/main" id="{DB1F7B06-5084-51E1-289D-351C72E889AB}"/>
              </a:ext>
            </a:extLst>
          </p:cNvPr>
          <p:cNvSpPr txBox="1"/>
          <p:nvPr userDrawn="1"/>
        </p:nvSpPr>
        <p:spPr>
          <a:xfrm>
            <a:off x="6240463" y="2371461"/>
            <a:ext cx="3836639" cy="3897477"/>
          </a:xfrm>
          <a:prstGeom prst="rect">
            <a:avLst/>
          </a:prstGeom>
          <a:noFill/>
        </p:spPr>
        <p:txBody>
          <a:bodyPr wrap="square">
            <a:spAutoFit/>
          </a:bodyPr>
          <a:lstStyle/>
          <a:p>
            <a:pPr>
              <a:lnSpc>
                <a:spcPct val="107000"/>
              </a:lnSpc>
            </a:pPr>
            <a:r>
              <a:rPr lang="nl-NL" sz="2400" b="1" err="1">
                <a:solidFill>
                  <a:srgbClr val="FFFFFF"/>
                </a:solidFill>
                <a:effectLst/>
                <a:latin typeface="Tenorite" panose="00000500000000000000" pitchFamily="2" charset="0"/>
                <a:ea typeface="Tenorite" panose="00000500000000000000" pitchFamily="2" charset="0"/>
                <a:cs typeface="Myanmar Text" panose="020B0502040204020203" pitchFamily="34" charset="0"/>
              </a:rPr>
              <a:t>Geonovum</a:t>
            </a:r>
            <a:endParaRPr lang="nl-NL" sz="160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tabLst>
                <a:tab pos="180340" algn="l"/>
              </a:tabLst>
            </a:pPr>
            <a:r>
              <a:rPr lang="en-GB" sz="1600" b="1">
                <a:solidFill>
                  <a:srgbClr val="FFFFFF"/>
                </a:solidFill>
                <a:effectLst/>
                <a:latin typeface="Tenorite" panose="00000500000000000000" pitchFamily="2" charset="0"/>
                <a:ea typeface="Tenorite" panose="00000500000000000000" pitchFamily="2" charset="0"/>
                <a:cs typeface="Myanmar Text" panose="020B0502040204020203" pitchFamily="34" charset="0"/>
              </a:rPr>
              <a:t>T	</a:t>
            </a:r>
            <a:r>
              <a:rPr lang="en-GB" sz="1600">
                <a:solidFill>
                  <a:srgbClr val="FFFFFF"/>
                </a:solidFill>
                <a:effectLst/>
                <a:latin typeface="Tenorite" panose="00000500000000000000" pitchFamily="2" charset="0"/>
                <a:ea typeface="Tenorite" panose="00000500000000000000" pitchFamily="2" charset="0"/>
                <a:cs typeface="Myanmar Text" panose="020B0502040204020203" pitchFamily="34" charset="0"/>
              </a:rPr>
              <a:t>033 460 41 00</a:t>
            </a:r>
            <a:endParaRPr lang="nl-NL" sz="160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tabLst>
                <a:tab pos="180340" algn="l"/>
              </a:tabLst>
            </a:pPr>
            <a:r>
              <a:rPr lang="en-GB" sz="1600" b="1">
                <a:solidFill>
                  <a:srgbClr val="FFFFFF"/>
                </a:solidFill>
                <a:effectLst/>
                <a:latin typeface="Tenorite" panose="00000500000000000000" pitchFamily="2" charset="0"/>
                <a:ea typeface="Tenorite" panose="00000500000000000000" pitchFamily="2" charset="0"/>
                <a:cs typeface="Myanmar Text" panose="020B0502040204020203" pitchFamily="34" charset="0"/>
              </a:rPr>
              <a:t>E	</a:t>
            </a:r>
            <a:r>
              <a:rPr lang="en-GB" sz="1600">
                <a:solidFill>
                  <a:srgbClr val="FFFFFF"/>
                </a:solidFill>
                <a:effectLst/>
                <a:latin typeface="Tenorite" panose="00000500000000000000" pitchFamily="2" charset="0"/>
                <a:ea typeface="Tenorite" panose="00000500000000000000" pitchFamily="2" charset="0"/>
                <a:cs typeface="Myanmar Text" panose="020B0502040204020203" pitchFamily="34" charset="0"/>
              </a:rPr>
              <a:t>info@geonovum.nl</a:t>
            </a:r>
            <a:endParaRPr lang="nl-NL" sz="160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tabLst>
                <a:tab pos="180340" algn="l"/>
              </a:tabLst>
            </a:pPr>
            <a:r>
              <a:rPr lang="en-GB" sz="1600" b="1">
                <a:solidFill>
                  <a:srgbClr val="FFFFFF"/>
                </a:solidFill>
                <a:effectLst/>
                <a:latin typeface="Tenorite" panose="00000500000000000000" pitchFamily="2" charset="0"/>
                <a:ea typeface="Tenorite" panose="00000500000000000000" pitchFamily="2" charset="0"/>
                <a:cs typeface="Myanmar Text" panose="020B0502040204020203" pitchFamily="34" charset="0"/>
              </a:rPr>
              <a:t>I</a:t>
            </a:r>
            <a:r>
              <a:rPr lang="en-GB" sz="1600">
                <a:solidFill>
                  <a:srgbClr val="FFFFFF"/>
                </a:solidFill>
                <a:effectLst/>
                <a:latin typeface="Tenorite" panose="00000500000000000000" pitchFamily="2" charset="0"/>
                <a:ea typeface="Tenorite" panose="00000500000000000000" pitchFamily="2" charset="0"/>
                <a:cs typeface="Myanmar Text" panose="020B0502040204020203" pitchFamily="34" charset="0"/>
              </a:rPr>
              <a:t>	</a:t>
            </a:r>
            <a:r>
              <a:rPr lang="nl-NL" sz="1600">
                <a:solidFill>
                  <a:srgbClr val="FFFFFF"/>
                </a:solidFill>
                <a:effectLst/>
                <a:latin typeface="Tenorite" panose="00000500000000000000" pitchFamily="2" charset="0"/>
                <a:ea typeface="Tenorite" panose="00000500000000000000" pitchFamily="2" charset="0"/>
                <a:cs typeface="Myanmar Text" panose="020B0502040204020203" pitchFamily="34" charset="0"/>
              </a:rPr>
              <a:t>www.geonovum.nl</a:t>
            </a:r>
            <a:endParaRPr lang="nl-NL" sz="160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pPr>
            <a:r>
              <a:rPr lang="nl-NL" sz="1600" b="1">
                <a:solidFill>
                  <a:srgbClr val="FFFFFF"/>
                </a:solidFill>
                <a:effectLst/>
                <a:latin typeface="Tenorite" panose="00000500000000000000" pitchFamily="2" charset="0"/>
                <a:ea typeface="Tenorite" panose="00000500000000000000" pitchFamily="2" charset="0"/>
                <a:cs typeface="Myanmar Text" panose="020B0502040204020203" pitchFamily="34" charset="0"/>
              </a:rPr>
              <a:t> </a:t>
            </a:r>
            <a:endParaRPr lang="nl-NL" sz="160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pPr>
            <a:r>
              <a:rPr lang="nl-NL" sz="1600" b="1">
                <a:solidFill>
                  <a:srgbClr val="FFFFFF"/>
                </a:solidFill>
                <a:effectLst/>
                <a:latin typeface="Tenorite" panose="00000500000000000000" pitchFamily="2" charset="0"/>
                <a:ea typeface="Tenorite" panose="00000500000000000000" pitchFamily="2" charset="0"/>
                <a:cs typeface="Myanmar Text" panose="020B0502040204020203" pitchFamily="34" charset="0"/>
              </a:rPr>
              <a:t>bezoekadres</a:t>
            </a:r>
            <a:endParaRPr lang="nl-NL" sz="160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pPr>
            <a:r>
              <a:rPr lang="nl-NL" sz="1600" err="1">
                <a:solidFill>
                  <a:srgbClr val="FFFFFF"/>
                </a:solidFill>
                <a:effectLst/>
                <a:latin typeface="Tenorite" panose="00000500000000000000" pitchFamily="2" charset="0"/>
                <a:ea typeface="Tenorite" panose="00000500000000000000" pitchFamily="2" charset="0"/>
                <a:cs typeface="Myanmar Text" panose="020B0502040204020203" pitchFamily="34" charset="0"/>
              </a:rPr>
              <a:t>Barchman</a:t>
            </a:r>
            <a:r>
              <a:rPr lang="nl-NL" sz="1600">
                <a:solidFill>
                  <a:srgbClr val="FFFFFF"/>
                </a:solidFill>
                <a:effectLst/>
                <a:latin typeface="Tenorite" panose="00000500000000000000" pitchFamily="2" charset="0"/>
                <a:ea typeface="Tenorite" panose="00000500000000000000" pitchFamily="2" charset="0"/>
                <a:cs typeface="Myanmar Text" panose="020B0502040204020203" pitchFamily="34" charset="0"/>
              </a:rPr>
              <a:t> </a:t>
            </a:r>
            <a:r>
              <a:rPr lang="nl-NL" sz="1600" err="1">
                <a:solidFill>
                  <a:srgbClr val="FFFFFF"/>
                </a:solidFill>
                <a:effectLst/>
                <a:latin typeface="Tenorite" panose="00000500000000000000" pitchFamily="2" charset="0"/>
                <a:ea typeface="Tenorite" panose="00000500000000000000" pitchFamily="2" charset="0"/>
                <a:cs typeface="Myanmar Text" panose="020B0502040204020203" pitchFamily="34" charset="0"/>
              </a:rPr>
              <a:t>Wuytierslaan</a:t>
            </a:r>
            <a:r>
              <a:rPr lang="nl-NL" sz="1600">
                <a:solidFill>
                  <a:srgbClr val="FFFFFF"/>
                </a:solidFill>
                <a:effectLst/>
                <a:latin typeface="Tenorite" panose="00000500000000000000" pitchFamily="2" charset="0"/>
                <a:ea typeface="Tenorite" panose="00000500000000000000" pitchFamily="2" charset="0"/>
                <a:cs typeface="Myanmar Text" panose="020B0502040204020203" pitchFamily="34" charset="0"/>
              </a:rPr>
              <a:t> 10</a:t>
            </a:r>
            <a:endParaRPr lang="nl-NL" sz="160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pPr>
            <a:r>
              <a:rPr lang="en-GB" sz="1600">
                <a:solidFill>
                  <a:srgbClr val="FFFFFF"/>
                </a:solidFill>
                <a:effectLst/>
                <a:latin typeface="Tenorite" panose="00000500000000000000" pitchFamily="2" charset="0"/>
                <a:ea typeface="Tenorite" panose="00000500000000000000" pitchFamily="2" charset="0"/>
                <a:cs typeface="Myanmar Text" panose="020B0502040204020203" pitchFamily="34" charset="0"/>
              </a:rPr>
              <a:t>3818 LH Amersfoort</a:t>
            </a:r>
            <a:endParaRPr lang="nl-NL" sz="160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pPr>
            <a:r>
              <a:rPr lang="nl-NL" sz="1600" b="1">
                <a:solidFill>
                  <a:srgbClr val="FFFFFF"/>
                </a:solidFill>
                <a:effectLst/>
                <a:latin typeface="Tenorite" panose="00000500000000000000" pitchFamily="2" charset="0"/>
                <a:ea typeface="Tenorite" panose="00000500000000000000" pitchFamily="2" charset="0"/>
                <a:cs typeface="Myanmar Text" panose="020B0502040204020203" pitchFamily="34" charset="0"/>
              </a:rPr>
              <a:t>	</a:t>
            </a:r>
            <a:endParaRPr lang="nl-NL" sz="160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pPr>
            <a:r>
              <a:rPr lang="en-GB" sz="1600">
                <a:solidFill>
                  <a:srgbClr val="FFFFFF"/>
                </a:solidFill>
                <a:effectLst/>
                <a:latin typeface="Tenorite" panose="00000500000000000000" pitchFamily="2" charset="0"/>
                <a:ea typeface="Tenorite" panose="00000500000000000000" pitchFamily="2" charset="0"/>
                <a:cs typeface="Myanmar Text" panose="020B0502040204020203" pitchFamily="34" charset="0"/>
              </a:rPr>
              <a:t> </a:t>
            </a:r>
            <a:endParaRPr lang="nl-NL" sz="160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pPr>
            <a:r>
              <a:rPr lang="en-GB" sz="1600" b="1" err="1">
                <a:solidFill>
                  <a:srgbClr val="FFFFFF"/>
                </a:solidFill>
                <a:effectLst/>
                <a:latin typeface="Tenorite" panose="00000500000000000000" pitchFamily="2" charset="0"/>
                <a:ea typeface="Tenorite" panose="00000500000000000000" pitchFamily="2" charset="0"/>
                <a:cs typeface="Myanmar Text" panose="020B0502040204020203" pitchFamily="34" charset="0"/>
              </a:rPr>
              <a:t>postadres</a:t>
            </a:r>
            <a:endParaRPr lang="nl-NL" sz="160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pPr>
            <a:r>
              <a:rPr lang="en-GB" sz="1600">
                <a:solidFill>
                  <a:srgbClr val="FFFFFF"/>
                </a:solidFill>
                <a:effectLst/>
                <a:latin typeface="Tenorite" panose="00000500000000000000" pitchFamily="2" charset="0"/>
                <a:ea typeface="Tenorite" panose="00000500000000000000" pitchFamily="2" charset="0"/>
                <a:cs typeface="Myanmar Text" panose="020B0502040204020203" pitchFamily="34" charset="0"/>
              </a:rPr>
              <a:t>Postbus 508</a:t>
            </a:r>
            <a:endParaRPr lang="nl-NL" sz="160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pPr>
            <a:r>
              <a:rPr lang="en-GB" sz="1600">
                <a:solidFill>
                  <a:srgbClr val="FFFFFF"/>
                </a:solidFill>
                <a:effectLst/>
                <a:latin typeface="Tenorite" panose="00000500000000000000" pitchFamily="2" charset="0"/>
                <a:ea typeface="Tenorite" panose="00000500000000000000" pitchFamily="2" charset="0"/>
                <a:cs typeface="Myanmar Text" panose="020B0502040204020203" pitchFamily="34" charset="0"/>
              </a:rPr>
              <a:t>3800 AM Amersfoort</a:t>
            </a:r>
            <a:endParaRPr lang="nl-NL" sz="160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pPr>
            <a:r>
              <a:rPr lang="nl-NL" sz="1600" b="1">
                <a:solidFill>
                  <a:srgbClr val="FFFFFF"/>
                </a:solidFill>
                <a:effectLst/>
                <a:latin typeface="Tenorite" panose="00000500000000000000" pitchFamily="2" charset="0"/>
                <a:ea typeface="Tenorite" panose="00000500000000000000" pitchFamily="2" charset="0"/>
                <a:cs typeface="Myanmar Text" panose="020B0502040204020203" pitchFamily="34" charset="0"/>
              </a:rPr>
              <a:t>	</a:t>
            </a:r>
            <a:endParaRPr lang="nl-NL" sz="160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p:txBody>
      </p:sp>
      <p:sp>
        <p:nvSpPr>
          <p:cNvPr id="11" name="Titel 16">
            <a:extLst>
              <a:ext uri="{FF2B5EF4-FFF2-40B4-BE49-F238E27FC236}">
                <a16:creationId xmlns:a16="http://schemas.microsoft.com/office/drawing/2014/main" id="{FE0A2F16-9901-6079-8E9E-B74B0C3DE027}"/>
              </a:ext>
            </a:extLst>
          </p:cNvPr>
          <p:cNvSpPr>
            <a:spLocks noGrp="1"/>
          </p:cNvSpPr>
          <p:nvPr>
            <p:ph type="title" hasCustomPrompt="1"/>
          </p:nvPr>
        </p:nvSpPr>
        <p:spPr>
          <a:xfrm>
            <a:off x="6240462" y="296864"/>
            <a:ext cx="5651501" cy="1749650"/>
          </a:xfrm>
        </p:spPr>
        <p:txBody>
          <a:bodyPr anchor="b">
            <a:normAutofit/>
          </a:bodyPr>
          <a:lstStyle>
            <a:lvl1pPr>
              <a:defRPr sz="4400">
                <a:solidFill>
                  <a:schemeClr val="bg1"/>
                </a:solidFill>
              </a:defRPr>
            </a:lvl1pPr>
          </a:lstStyle>
          <a:p>
            <a:r>
              <a:rPr lang="nl-NL"/>
              <a:t>Bedankt!</a:t>
            </a:r>
          </a:p>
        </p:txBody>
      </p:sp>
    </p:spTree>
    <p:extLst>
      <p:ext uri="{BB962C8B-B14F-4D97-AF65-F5344CB8AC3E}">
        <p14:creationId xmlns:p14="http://schemas.microsoft.com/office/powerpoint/2010/main" val="418600355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indedia persoon met contact">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CBFD2F8A-C1A5-25EB-8679-C5C51A188736}"/>
              </a:ext>
            </a:extLst>
          </p:cNvPr>
          <p:cNvSpPr/>
          <p:nvPr userDrawn="1"/>
        </p:nvSpPr>
        <p:spPr>
          <a:xfrm>
            <a:off x="4868487" y="-1"/>
            <a:ext cx="7323513" cy="684189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6" name="Graphic 18">
            <a:extLst>
              <a:ext uri="{FF2B5EF4-FFF2-40B4-BE49-F238E27FC236}">
                <a16:creationId xmlns:a16="http://schemas.microsoft.com/office/drawing/2014/main" id="{E3EC554F-9B3F-7C4B-6145-7BAE0BB01EA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4868487" cy="6878068"/>
          </a:xfrm>
          <a:prstGeom prst="rect">
            <a:avLst/>
          </a:prstGeom>
        </p:spPr>
      </p:pic>
      <p:sp>
        <p:nvSpPr>
          <p:cNvPr id="9" name="Tekstvak 8">
            <a:hlinkClick r:id="rId4"/>
            <a:extLst>
              <a:ext uri="{FF2B5EF4-FFF2-40B4-BE49-F238E27FC236}">
                <a16:creationId xmlns:a16="http://schemas.microsoft.com/office/drawing/2014/main" id="{DB1F7B06-5084-51E1-289D-351C72E889AB}"/>
              </a:ext>
            </a:extLst>
          </p:cNvPr>
          <p:cNvSpPr txBox="1"/>
          <p:nvPr userDrawn="1"/>
        </p:nvSpPr>
        <p:spPr>
          <a:xfrm>
            <a:off x="6240463" y="4391218"/>
            <a:ext cx="3836639" cy="766813"/>
          </a:xfrm>
          <a:prstGeom prst="rect">
            <a:avLst/>
          </a:prstGeom>
          <a:noFill/>
        </p:spPr>
        <p:txBody>
          <a:bodyPr wrap="square">
            <a:spAutoFit/>
          </a:bodyPr>
          <a:lstStyle/>
          <a:p>
            <a:pPr>
              <a:lnSpc>
                <a:spcPct val="107000"/>
              </a:lnSpc>
            </a:pPr>
            <a:r>
              <a:rPr lang="nl-NL" sz="2400" b="1">
                <a:solidFill>
                  <a:srgbClr val="FFFFFF"/>
                </a:solidFill>
                <a:effectLst/>
                <a:latin typeface="Tenorite" panose="00000500000000000000" pitchFamily="2" charset="0"/>
                <a:ea typeface="Tenorite" panose="00000500000000000000" pitchFamily="2" charset="0"/>
                <a:cs typeface="Myanmar Text" panose="020B0502040204020203" pitchFamily="34" charset="0"/>
              </a:rPr>
              <a:t>Bezoek onze website</a:t>
            </a:r>
            <a:endParaRPr lang="nl-NL" sz="160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tabLst>
                <a:tab pos="180340" algn="l"/>
              </a:tabLst>
            </a:pPr>
            <a:r>
              <a:rPr lang="nl-NL" sz="1800">
                <a:solidFill>
                  <a:srgbClr val="FFFFFF"/>
                </a:solidFill>
                <a:effectLst/>
                <a:latin typeface="Tenorite" panose="00000500000000000000" pitchFamily="2" charset="0"/>
                <a:ea typeface="Tenorite" panose="00000500000000000000" pitchFamily="2" charset="0"/>
                <a:cs typeface="Myanmar Text" panose="020B0502040204020203" pitchFamily="34" charset="0"/>
              </a:rPr>
              <a:t>www.geonovum.nl</a:t>
            </a:r>
            <a:r>
              <a:rPr lang="nl-NL" sz="1800" b="1">
                <a:solidFill>
                  <a:srgbClr val="FFFFFF"/>
                </a:solidFill>
                <a:effectLst/>
                <a:latin typeface="Tenorite" panose="00000500000000000000" pitchFamily="2" charset="0"/>
                <a:ea typeface="Tenorite" panose="00000500000000000000" pitchFamily="2" charset="0"/>
                <a:cs typeface="Myanmar Text" panose="020B0502040204020203" pitchFamily="34" charset="0"/>
              </a:rPr>
              <a:t>	</a:t>
            </a:r>
            <a:endParaRPr lang="nl-NL" sz="180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p:txBody>
      </p:sp>
      <p:sp>
        <p:nvSpPr>
          <p:cNvPr id="11" name="Titel 16">
            <a:extLst>
              <a:ext uri="{FF2B5EF4-FFF2-40B4-BE49-F238E27FC236}">
                <a16:creationId xmlns:a16="http://schemas.microsoft.com/office/drawing/2014/main" id="{FE0A2F16-9901-6079-8E9E-B74B0C3DE027}"/>
              </a:ext>
            </a:extLst>
          </p:cNvPr>
          <p:cNvSpPr>
            <a:spLocks noGrp="1"/>
          </p:cNvSpPr>
          <p:nvPr>
            <p:ph type="title" hasCustomPrompt="1"/>
          </p:nvPr>
        </p:nvSpPr>
        <p:spPr>
          <a:xfrm>
            <a:off x="6240462" y="296864"/>
            <a:ext cx="5651501" cy="1749650"/>
          </a:xfrm>
        </p:spPr>
        <p:txBody>
          <a:bodyPr anchor="b">
            <a:normAutofit/>
          </a:bodyPr>
          <a:lstStyle>
            <a:lvl1pPr>
              <a:defRPr sz="4400">
                <a:solidFill>
                  <a:schemeClr val="bg1"/>
                </a:solidFill>
              </a:defRPr>
            </a:lvl1pPr>
          </a:lstStyle>
          <a:p>
            <a:r>
              <a:rPr lang="nl-NL"/>
              <a:t>Bedankt!</a:t>
            </a:r>
          </a:p>
        </p:txBody>
      </p:sp>
      <p:sp>
        <p:nvSpPr>
          <p:cNvPr id="3" name="Tijdelijke aanduiding voor tekst 2">
            <a:extLst>
              <a:ext uri="{FF2B5EF4-FFF2-40B4-BE49-F238E27FC236}">
                <a16:creationId xmlns:a16="http://schemas.microsoft.com/office/drawing/2014/main" id="{80F9E361-25B1-26B6-D92A-B077C6223963}"/>
              </a:ext>
            </a:extLst>
          </p:cNvPr>
          <p:cNvSpPr>
            <a:spLocks noGrp="1"/>
          </p:cNvSpPr>
          <p:nvPr>
            <p:ph type="body" sz="quarter" idx="10" hasCustomPrompt="1"/>
          </p:nvPr>
        </p:nvSpPr>
        <p:spPr>
          <a:xfrm>
            <a:off x="6240463" y="2343379"/>
            <a:ext cx="5651500" cy="442232"/>
          </a:xfrm>
        </p:spPr>
        <p:txBody>
          <a:bodyPr/>
          <a:lstStyle>
            <a:lvl1pPr marL="0" indent="0">
              <a:buNone/>
              <a:defRPr b="1">
                <a:solidFill>
                  <a:schemeClr val="bg1"/>
                </a:solidFill>
              </a:defRPr>
            </a:lvl1pPr>
          </a:lstStyle>
          <a:p>
            <a:pPr lvl="0"/>
            <a:r>
              <a:rPr lang="nl-NL"/>
              <a:t>Voornaam Achternaam</a:t>
            </a:r>
          </a:p>
        </p:txBody>
      </p:sp>
      <p:sp>
        <p:nvSpPr>
          <p:cNvPr id="5" name="Tijdelijke aanduiding voor tekst 4">
            <a:extLst>
              <a:ext uri="{FF2B5EF4-FFF2-40B4-BE49-F238E27FC236}">
                <a16:creationId xmlns:a16="http://schemas.microsoft.com/office/drawing/2014/main" id="{72A494B8-DE6E-7F0A-561C-29B771234AE9}"/>
              </a:ext>
            </a:extLst>
          </p:cNvPr>
          <p:cNvSpPr>
            <a:spLocks noGrp="1"/>
          </p:cNvSpPr>
          <p:nvPr>
            <p:ph type="body" sz="quarter" idx="11" hasCustomPrompt="1"/>
          </p:nvPr>
        </p:nvSpPr>
        <p:spPr>
          <a:xfrm>
            <a:off x="7353302" y="3429001"/>
            <a:ext cx="4538660" cy="391430"/>
          </a:xfrm>
        </p:spPr>
        <p:txBody>
          <a:bodyPr vert="horz" lIns="91440" tIns="45720" rIns="91440" bIns="45720" rtlCol="0">
            <a:noAutofit/>
          </a:bodyPr>
          <a:lstStyle>
            <a:lvl1pPr>
              <a:defRPr lang="nl-NL" sz="1800" b="0" smtClean="0">
                <a:solidFill>
                  <a:schemeClr val="bg1"/>
                </a:solidFill>
              </a:defRPr>
            </a:lvl1pPr>
            <a:lvl2pPr>
              <a:defRPr lang="nl-NL" smtClean="0"/>
            </a:lvl2pPr>
            <a:lvl3pPr>
              <a:defRPr lang="nl-NL" smtClean="0"/>
            </a:lvl3pPr>
            <a:lvl4pPr>
              <a:defRPr lang="nl-NL" smtClean="0"/>
            </a:lvl4pPr>
            <a:lvl5pPr>
              <a:defRPr lang="nl-NL"/>
            </a:lvl5pPr>
          </a:lstStyle>
          <a:p>
            <a:pPr marL="0" lvl="0" indent="0">
              <a:buNone/>
            </a:pPr>
            <a:r>
              <a:rPr lang="nl-NL"/>
              <a:t>[e-mail]</a:t>
            </a:r>
          </a:p>
        </p:txBody>
      </p:sp>
      <p:sp>
        <p:nvSpPr>
          <p:cNvPr id="17" name="Tekstvak 16">
            <a:extLst>
              <a:ext uri="{FF2B5EF4-FFF2-40B4-BE49-F238E27FC236}">
                <a16:creationId xmlns:a16="http://schemas.microsoft.com/office/drawing/2014/main" id="{8DBCEA1D-6766-3C2D-588B-FBECF162B6D4}"/>
              </a:ext>
            </a:extLst>
          </p:cNvPr>
          <p:cNvSpPr txBox="1"/>
          <p:nvPr userDrawn="1"/>
        </p:nvSpPr>
        <p:spPr>
          <a:xfrm>
            <a:off x="6240461" y="2965002"/>
            <a:ext cx="3989041" cy="464807"/>
          </a:xfrm>
          <a:prstGeom prst="rect">
            <a:avLst/>
          </a:prstGeom>
          <a:noFill/>
        </p:spPr>
        <p:txBody>
          <a:bodyPr wrap="square">
            <a:spAutoFit/>
          </a:bodyPr>
          <a:lstStyle/>
          <a:p>
            <a:pPr>
              <a:lnSpc>
                <a:spcPct val="107000"/>
              </a:lnSpc>
            </a:pPr>
            <a:r>
              <a:rPr lang="nl-NL" sz="2400" b="1">
                <a:solidFill>
                  <a:srgbClr val="FFFFFF"/>
                </a:solidFill>
                <a:effectLst/>
                <a:latin typeface="Tenorite" panose="00000500000000000000" pitchFamily="2" charset="0"/>
                <a:ea typeface="Tenorite" panose="00000500000000000000" pitchFamily="2" charset="0"/>
                <a:cs typeface="Myanmar Text" panose="020B0502040204020203" pitchFamily="34" charset="0"/>
              </a:rPr>
              <a:t>Contact</a:t>
            </a:r>
            <a:endParaRPr lang="nl-NL" sz="160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p:txBody>
      </p:sp>
      <p:pic>
        <p:nvPicPr>
          <p:cNvPr id="10" name="Graphic 9">
            <a:hlinkClick r:id="rId4"/>
            <a:extLst>
              <a:ext uri="{FF2B5EF4-FFF2-40B4-BE49-F238E27FC236}">
                <a16:creationId xmlns:a16="http://schemas.microsoft.com/office/drawing/2014/main" id="{2E09973E-E0DA-1C22-6AD3-30FC84B646CF}"/>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76219" y="4302361"/>
            <a:ext cx="2107422" cy="1603048"/>
          </a:xfrm>
          <a:prstGeom prst="rect">
            <a:avLst/>
          </a:prstGeom>
        </p:spPr>
      </p:pic>
      <p:sp>
        <p:nvSpPr>
          <p:cNvPr id="18" name="Tijdelijke aanduiding voor tekst 4">
            <a:extLst>
              <a:ext uri="{FF2B5EF4-FFF2-40B4-BE49-F238E27FC236}">
                <a16:creationId xmlns:a16="http://schemas.microsoft.com/office/drawing/2014/main" id="{C87550B5-77AB-5E1D-848C-7747F39A2A1D}"/>
              </a:ext>
            </a:extLst>
          </p:cNvPr>
          <p:cNvSpPr>
            <a:spLocks noGrp="1"/>
          </p:cNvSpPr>
          <p:nvPr>
            <p:ph type="body" sz="quarter" idx="13" hasCustomPrompt="1"/>
          </p:nvPr>
        </p:nvSpPr>
        <p:spPr>
          <a:xfrm>
            <a:off x="7353301" y="3815214"/>
            <a:ext cx="4538660" cy="391429"/>
          </a:xfrm>
        </p:spPr>
        <p:txBody>
          <a:bodyPr vert="horz" lIns="91440" tIns="45720" rIns="91440" bIns="45720" rtlCol="0">
            <a:noAutofit/>
          </a:bodyPr>
          <a:lstStyle>
            <a:lvl1pPr>
              <a:defRPr lang="nl-NL" sz="1800" b="0" smtClean="0">
                <a:solidFill>
                  <a:schemeClr val="bg1"/>
                </a:solidFill>
              </a:defRPr>
            </a:lvl1pPr>
            <a:lvl2pPr>
              <a:defRPr lang="nl-NL" smtClean="0"/>
            </a:lvl2pPr>
            <a:lvl3pPr>
              <a:defRPr lang="nl-NL" smtClean="0"/>
            </a:lvl3pPr>
            <a:lvl4pPr>
              <a:defRPr lang="nl-NL" smtClean="0"/>
            </a:lvl4pPr>
            <a:lvl5pPr>
              <a:defRPr lang="nl-NL"/>
            </a:lvl5pPr>
          </a:lstStyle>
          <a:p>
            <a:pPr marL="0" lvl="0" indent="0">
              <a:buNone/>
            </a:pPr>
            <a:r>
              <a:rPr lang="nl-NL"/>
              <a:t>[Telefoon]</a:t>
            </a:r>
          </a:p>
        </p:txBody>
      </p:sp>
      <p:sp>
        <p:nvSpPr>
          <p:cNvPr id="19" name="Tekstvak 18">
            <a:extLst>
              <a:ext uri="{FF2B5EF4-FFF2-40B4-BE49-F238E27FC236}">
                <a16:creationId xmlns:a16="http://schemas.microsoft.com/office/drawing/2014/main" id="{1D46AB79-C56F-6ABA-E57F-AD5B98CD4821}"/>
              </a:ext>
            </a:extLst>
          </p:cNvPr>
          <p:cNvSpPr txBox="1"/>
          <p:nvPr userDrawn="1"/>
        </p:nvSpPr>
        <p:spPr>
          <a:xfrm>
            <a:off x="6245906" y="3358234"/>
            <a:ext cx="1059824" cy="832582"/>
          </a:xfrm>
          <a:prstGeom prst="rect">
            <a:avLst/>
          </a:prstGeom>
          <a:noFill/>
        </p:spPr>
        <p:txBody>
          <a:bodyPr wrap="none" lIns="72000" tIns="72000" rIns="72000" bIns="72000" anchor="ctr" anchorCtr="0">
            <a:spAutoFit/>
          </a:bodyPr>
          <a:lstStyle/>
          <a:p>
            <a:pPr marL="0" lvl="0" indent="0">
              <a:lnSpc>
                <a:spcPct val="130000"/>
              </a:lnSpc>
              <a:buNone/>
            </a:pPr>
            <a:r>
              <a:rPr lang="nl-NL" b="1">
                <a:solidFill>
                  <a:schemeClr val="bg1"/>
                </a:solidFill>
              </a:rPr>
              <a:t>E-mail:</a:t>
            </a:r>
          </a:p>
          <a:p>
            <a:pPr marL="0" lvl="0" indent="0">
              <a:lnSpc>
                <a:spcPct val="130000"/>
              </a:lnSpc>
              <a:buNone/>
            </a:pPr>
            <a:r>
              <a:rPr lang="nl-NL" b="1">
                <a:solidFill>
                  <a:schemeClr val="bg1"/>
                </a:solidFill>
              </a:rPr>
              <a:t>Telefoon:</a:t>
            </a:r>
          </a:p>
        </p:txBody>
      </p:sp>
    </p:spTree>
    <p:extLst>
      <p:ext uri="{BB962C8B-B14F-4D97-AF65-F5344CB8AC3E}">
        <p14:creationId xmlns:p14="http://schemas.microsoft.com/office/powerpoint/2010/main" val="374759972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2.sv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hthoek 7">
            <a:extLst>
              <a:ext uri="{FF2B5EF4-FFF2-40B4-BE49-F238E27FC236}">
                <a16:creationId xmlns:a16="http://schemas.microsoft.com/office/drawing/2014/main" id="{4737BDE2-6624-6AA2-E513-3C0A4D766F82}"/>
              </a:ext>
            </a:extLst>
          </p:cNvPr>
          <p:cNvSpPr/>
          <p:nvPr userDrawn="1"/>
        </p:nvSpPr>
        <p:spPr>
          <a:xfrm>
            <a:off x="-1" y="0"/>
            <a:ext cx="180000" cy="68700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jdelijke aanduiding voor titel 1">
            <a:extLst>
              <a:ext uri="{FF2B5EF4-FFF2-40B4-BE49-F238E27FC236}">
                <a16:creationId xmlns:a16="http://schemas.microsoft.com/office/drawing/2014/main" id="{2472DD61-4421-5CEC-4C48-8826AE7C6E50}"/>
              </a:ext>
            </a:extLst>
          </p:cNvPr>
          <p:cNvSpPr>
            <a:spLocks noGrp="1"/>
          </p:cNvSpPr>
          <p:nvPr>
            <p:ph type="title"/>
          </p:nvPr>
        </p:nvSpPr>
        <p:spPr>
          <a:xfrm>
            <a:off x="300039" y="1"/>
            <a:ext cx="9780132" cy="1280159"/>
          </a:xfrm>
          <a:prstGeom prst="rect">
            <a:avLst/>
          </a:prstGeom>
        </p:spPr>
        <p:txBody>
          <a:bodyPr vert="horz" lIns="91440" tIns="45720" rIns="91440" bIns="45720" rtlCol="0" anchor="b">
            <a:normAutofit/>
          </a:bodyPr>
          <a:lstStyle/>
          <a:p>
            <a:endParaRPr lang="nl-NL"/>
          </a:p>
        </p:txBody>
      </p:sp>
      <p:sp>
        <p:nvSpPr>
          <p:cNvPr id="3" name="Tijdelijke aanduiding voor tekst 2">
            <a:extLst>
              <a:ext uri="{FF2B5EF4-FFF2-40B4-BE49-F238E27FC236}">
                <a16:creationId xmlns:a16="http://schemas.microsoft.com/office/drawing/2014/main" id="{D6E14671-E605-C01F-EC26-2E58DAE6D66C}"/>
              </a:ext>
            </a:extLst>
          </p:cNvPr>
          <p:cNvSpPr>
            <a:spLocks noGrp="1"/>
          </p:cNvSpPr>
          <p:nvPr>
            <p:ph type="body" idx="1"/>
          </p:nvPr>
        </p:nvSpPr>
        <p:spPr>
          <a:xfrm>
            <a:off x="300038" y="1520825"/>
            <a:ext cx="11587855" cy="4932363"/>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0A48627B-AB69-E330-96D2-7A8A6BA7E63F}"/>
              </a:ext>
            </a:extLst>
          </p:cNvPr>
          <p:cNvSpPr>
            <a:spLocks noGrp="1"/>
          </p:cNvSpPr>
          <p:nvPr>
            <p:ph type="dt" sz="half" idx="2"/>
          </p:nvPr>
        </p:nvSpPr>
        <p:spPr>
          <a:xfrm>
            <a:off x="320735" y="6637339"/>
            <a:ext cx="1981596" cy="184616"/>
          </a:xfrm>
          <a:prstGeom prst="rect">
            <a:avLst/>
          </a:prstGeom>
        </p:spPr>
        <p:txBody>
          <a:bodyPr vert="horz" lIns="91440" tIns="45720" rIns="91440" bIns="45720" rtlCol="0" anchor="ctr"/>
          <a:lstStyle>
            <a:lvl1pPr algn="l">
              <a:defRPr sz="1000" b="1">
                <a:solidFill>
                  <a:schemeClr val="tx1"/>
                </a:solidFill>
              </a:defRPr>
            </a:lvl1pPr>
          </a:lstStyle>
          <a:p>
            <a:fld id="{002A0C75-8C73-4BC2-A110-8B70C26DE224}" type="datetime1">
              <a:rPr lang="nl-NL" smtClean="0"/>
              <a:pPr/>
              <a:t>6-11-2025</a:t>
            </a:fld>
            <a:endParaRPr lang="nl-NL"/>
          </a:p>
        </p:txBody>
      </p:sp>
      <p:sp>
        <p:nvSpPr>
          <p:cNvPr id="5" name="Tijdelijke aanduiding voor voettekst 4">
            <a:extLst>
              <a:ext uri="{FF2B5EF4-FFF2-40B4-BE49-F238E27FC236}">
                <a16:creationId xmlns:a16="http://schemas.microsoft.com/office/drawing/2014/main" id="{41F30596-193F-4148-BD90-D8B9C3A96EEB}"/>
              </a:ext>
            </a:extLst>
          </p:cNvPr>
          <p:cNvSpPr>
            <a:spLocks noGrp="1"/>
          </p:cNvSpPr>
          <p:nvPr>
            <p:ph type="ftr" sz="quarter" idx="3"/>
          </p:nvPr>
        </p:nvSpPr>
        <p:spPr>
          <a:xfrm>
            <a:off x="2411187" y="6637339"/>
            <a:ext cx="8588828" cy="184616"/>
          </a:xfrm>
          <a:prstGeom prst="rect">
            <a:avLst/>
          </a:prstGeom>
        </p:spPr>
        <p:txBody>
          <a:bodyPr vert="horz" lIns="91440" tIns="45720" rIns="91440" bIns="45720" rtlCol="0" anchor="ctr"/>
          <a:lstStyle>
            <a:lvl1pPr algn="l">
              <a:defRPr sz="1000" b="1">
                <a:solidFill>
                  <a:schemeClr val="tx1"/>
                </a:solidFill>
              </a:defRPr>
            </a:lvl1pPr>
          </a:lstStyle>
          <a:p>
            <a:endParaRPr lang="nl-NL"/>
          </a:p>
        </p:txBody>
      </p:sp>
      <p:sp>
        <p:nvSpPr>
          <p:cNvPr id="6" name="Tijdelijke aanduiding voor dianummer 5">
            <a:extLst>
              <a:ext uri="{FF2B5EF4-FFF2-40B4-BE49-F238E27FC236}">
                <a16:creationId xmlns:a16="http://schemas.microsoft.com/office/drawing/2014/main" id="{38E07D45-0616-24CB-1480-BE6C20E6831C}"/>
              </a:ext>
            </a:extLst>
          </p:cNvPr>
          <p:cNvSpPr>
            <a:spLocks noGrp="1"/>
          </p:cNvSpPr>
          <p:nvPr>
            <p:ph type="sldNum" sz="quarter" idx="4"/>
          </p:nvPr>
        </p:nvSpPr>
        <p:spPr>
          <a:xfrm>
            <a:off x="11119758" y="6637339"/>
            <a:ext cx="768135" cy="184616"/>
          </a:xfrm>
          <a:prstGeom prst="rect">
            <a:avLst/>
          </a:prstGeom>
        </p:spPr>
        <p:txBody>
          <a:bodyPr vert="horz" lIns="91440" tIns="45720" rIns="91440" bIns="45720" rtlCol="0" anchor="ctr"/>
          <a:lstStyle>
            <a:lvl1pPr algn="r">
              <a:defRPr sz="1000" b="1">
                <a:solidFill>
                  <a:schemeClr val="tx1"/>
                </a:solidFill>
              </a:defRPr>
            </a:lvl1pPr>
          </a:lstStyle>
          <a:p>
            <a:fld id="{A648B885-FF76-47CB-8BBD-27E7EBF07CA9}" type="slidenum">
              <a:rPr lang="nl-NL" smtClean="0"/>
              <a:pPr/>
              <a:t>‹nr.›</a:t>
            </a:fld>
            <a:endParaRPr lang="nl-NL"/>
          </a:p>
        </p:txBody>
      </p:sp>
      <p:pic>
        <p:nvPicPr>
          <p:cNvPr id="7" name="ArtworkLogo">
            <a:extLst>
              <a:ext uri="{FF2B5EF4-FFF2-40B4-BE49-F238E27FC236}">
                <a16:creationId xmlns:a16="http://schemas.microsoft.com/office/drawing/2014/main" id="{77990C53-887C-17B0-656E-BF275840E547}"/>
              </a:ext>
              <a:ext uri="{C183D7F6-B498-43B3-948B-1728B52AA6E4}">
                <adec:decorative xmlns:adec="http://schemas.microsoft.com/office/drawing/2017/decorative" val="1"/>
              </a:ext>
            </a:extLst>
          </p:cNvPr>
          <p:cNvPicPr>
            <a:picLocks noChangeAspect="1"/>
          </p:cNvPicPr>
          <p:nvPr userDrawn="1"/>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0283929" y="303802"/>
            <a:ext cx="1629294" cy="830672"/>
          </a:xfrm>
          <a:prstGeom prst="rect">
            <a:avLst/>
          </a:prstGeom>
        </p:spPr>
      </p:pic>
      <p:grpSp>
        <p:nvGrpSpPr>
          <p:cNvPr id="11" name="Groep 10">
            <a:extLst>
              <a:ext uri="{FF2B5EF4-FFF2-40B4-BE49-F238E27FC236}">
                <a16:creationId xmlns:a16="http://schemas.microsoft.com/office/drawing/2014/main" id="{ECFF6442-24D7-78CE-C384-08CC040403BE}"/>
              </a:ext>
            </a:extLst>
          </p:cNvPr>
          <p:cNvGrpSpPr/>
          <p:nvPr userDrawn="1"/>
        </p:nvGrpSpPr>
        <p:grpSpPr>
          <a:xfrm>
            <a:off x="175844" y="-1"/>
            <a:ext cx="8131733" cy="6857999"/>
            <a:chOff x="0" y="0"/>
            <a:chExt cx="7536913" cy="6356350"/>
          </a:xfrm>
        </p:grpSpPr>
        <p:sp>
          <p:nvSpPr>
            <p:cNvPr id="9" name="Vrije vorm: vorm 8">
              <a:extLst>
                <a:ext uri="{FF2B5EF4-FFF2-40B4-BE49-F238E27FC236}">
                  <a16:creationId xmlns:a16="http://schemas.microsoft.com/office/drawing/2014/main" id="{030AC175-1567-1D95-0AFA-FE3F3B2F61D4}"/>
                </a:ext>
                <a:ext uri="{C183D7F6-B498-43B3-948B-1728B52AA6E4}">
                  <adec:decorative xmlns:adec="http://schemas.microsoft.com/office/drawing/2017/decorative" val="1"/>
                </a:ext>
              </a:extLst>
            </p:cNvPr>
            <p:cNvSpPr/>
            <p:nvPr userDrawn="1"/>
          </p:nvSpPr>
          <p:spPr>
            <a:xfrm>
              <a:off x="0" y="0"/>
              <a:ext cx="5838825" cy="5842635"/>
            </a:xfrm>
            <a:custGeom>
              <a:avLst/>
              <a:gdLst>
                <a:gd name="connsiteX0" fmla="*/ 5841340 w 5841339"/>
                <a:gd name="connsiteY0" fmla="*/ 0 h 5841720"/>
                <a:gd name="connsiteX1" fmla="*/ 3301403 w 5841339"/>
                <a:gd name="connsiteY1" fmla="*/ 0 h 5841720"/>
                <a:gd name="connsiteX2" fmla="*/ 1655826 w 5841339"/>
                <a:gd name="connsiteY2" fmla="*/ 1645666 h 5841720"/>
                <a:gd name="connsiteX3" fmla="*/ 10268 w 5841339"/>
                <a:gd name="connsiteY3" fmla="*/ 0 h 5841720"/>
                <a:gd name="connsiteX4" fmla="*/ 0 w 5841339"/>
                <a:gd name="connsiteY4" fmla="*/ 0 h 5841720"/>
                <a:gd name="connsiteX5" fmla="*/ 0 w 5841339"/>
                <a:gd name="connsiteY5" fmla="*/ 5841721 h 5841720"/>
                <a:gd name="connsiteX6" fmla="*/ 5841340 w 5841339"/>
                <a:gd name="connsiteY6" fmla="*/ 0 h 5841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41339" h="5841720">
                  <a:moveTo>
                    <a:pt x="5841340" y="0"/>
                  </a:moveTo>
                  <a:lnTo>
                    <a:pt x="3301403" y="0"/>
                  </a:lnTo>
                  <a:lnTo>
                    <a:pt x="1655826" y="1645666"/>
                  </a:lnTo>
                  <a:lnTo>
                    <a:pt x="10268" y="0"/>
                  </a:lnTo>
                  <a:lnTo>
                    <a:pt x="0" y="0"/>
                  </a:lnTo>
                  <a:lnTo>
                    <a:pt x="0" y="5841721"/>
                  </a:lnTo>
                  <a:lnTo>
                    <a:pt x="5841340" y="0"/>
                  </a:lnTo>
                  <a:close/>
                </a:path>
              </a:pathLst>
            </a:custGeom>
            <a:solidFill>
              <a:srgbClr val="0085C6">
                <a:alpha val="5000"/>
              </a:srgbClr>
            </a:solidFill>
            <a:ln w="1269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nl-NL"/>
            </a:p>
          </p:txBody>
        </p:sp>
        <p:sp>
          <p:nvSpPr>
            <p:cNvPr id="10" name="Gelijkbenige driehoek 9">
              <a:extLst>
                <a:ext uri="{FF2B5EF4-FFF2-40B4-BE49-F238E27FC236}">
                  <a16:creationId xmlns:a16="http://schemas.microsoft.com/office/drawing/2014/main" id="{78433DAC-08AE-E961-4DE7-DBA661CABD30}"/>
                </a:ext>
              </a:extLst>
            </p:cNvPr>
            <p:cNvSpPr/>
            <p:nvPr userDrawn="1"/>
          </p:nvSpPr>
          <p:spPr>
            <a:xfrm>
              <a:off x="2031572" y="3530024"/>
              <a:ext cx="5505341" cy="2826326"/>
            </a:xfrm>
            <a:prstGeom prst="triangle">
              <a:avLst/>
            </a:prstGeom>
            <a:solidFill>
              <a:schemeClr val="accent3">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Tree>
    <p:extLst>
      <p:ext uri="{BB962C8B-B14F-4D97-AF65-F5344CB8AC3E}">
        <p14:creationId xmlns:p14="http://schemas.microsoft.com/office/powerpoint/2010/main" val="3338123221"/>
      </p:ext>
    </p:extLst>
  </p:cSld>
  <p:clrMap bg1="lt1" tx1="dk1" bg2="lt2" tx2="dk2" accent1="accent1" accent2="accent2" accent3="accent3" accent4="accent4" accent5="accent5" accent6="accent6" hlink="hlink" folHlink="folHlink"/>
  <p:sldLayoutIdLst>
    <p:sldLayoutId id="2147483658" r:id="rId1"/>
    <p:sldLayoutId id="2147483650" r:id="rId2"/>
    <p:sldLayoutId id="2147483679" r:id="rId3"/>
    <p:sldLayoutId id="2147483674" r:id="rId4"/>
    <p:sldLayoutId id="2147483659" r:id="rId5"/>
    <p:sldLayoutId id="2147483649" r:id="rId6"/>
    <p:sldLayoutId id="2147483651" r:id="rId7"/>
    <p:sldLayoutId id="2147483675" r:id="rId8"/>
    <p:sldLayoutId id="2147483676" r:id="rId9"/>
    <p:sldLayoutId id="2147483652" r:id="rId10"/>
    <p:sldLayoutId id="2147483669" r:id="rId11"/>
    <p:sldLayoutId id="2147483670" r:id="rId12"/>
    <p:sldLayoutId id="2147483680" r:id="rId13"/>
    <p:sldLayoutId id="2147483681" r:id="rId14"/>
    <p:sldLayoutId id="2147483682" r:id="rId15"/>
    <p:sldLayoutId id="2147483671" r:id="rId16"/>
    <p:sldLayoutId id="2147483672" r:id="rId17"/>
    <p:sldLayoutId id="2147483673" r:id="rId18"/>
    <p:sldLayoutId id="2147483660" r:id="rId19"/>
    <p:sldLayoutId id="2147483663" r:id="rId20"/>
    <p:sldLayoutId id="2147483664" r:id="rId21"/>
    <p:sldLayoutId id="2147483677" r:id="rId22"/>
    <p:sldLayoutId id="2147483665" r:id="rId23"/>
    <p:sldLayoutId id="2147483666" r:id="rId24"/>
    <p:sldLayoutId id="2147483667" r:id="rId25"/>
    <p:sldLayoutId id="2147483668" r:id="rId26"/>
    <p:sldLayoutId id="2147483678" r:id="rId27"/>
    <p:sldLayoutId id="2147483655" r:id="rId28"/>
    <p:sldLayoutId id="2147483654" r:id="rId29"/>
    <p:sldLayoutId id="2147483656" r:id="rId30"/>
    <p:sldLayoutId id="2147483657" r:id="rId31"/>
    <p:sldLayoutId id="2147483661" r:id="rId32"/>
  </p:sldLayoutIdLst>
  <p:hf hdr="0" ftr="0" dt="0"/>
  <p:txStyles>
    <p:titleStyle>
      <a:lvl1pPr algn="l" defTabSz="914400" rtl="0" eaLnBrk="1" latinLnBrk="0" hangingPunct="1">
        <a:lnSpc>
          <a:spcPct val="80000"/>
        </a:lnSpc>
        <a:spcBef>
          <a:spcPct val="0"/>
        </a:spcBef>
        <a:buNone/>
        <a:defRPr sz="4000" b="1" kern="1200">
          <a:solidFill>
            <a:schemeClr val="accent3"/>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914400" rtl="0" eaLnBrk="1" latinLnBrk="0" hangingPunct="1">
        <a:lnSpc>
          <a:spcPct val="90000"/>
        </a:lnSpc>
        <a:spcBef>
          <a:spcPts val="1000"/>
        </a:spcBef>
        <a:buClr>
          <a:srgbClr val="64686B"/>
        </a:buClr>
        <a:buSzPct val="90000"/>
        <a:buFont typeface="Wingdings" panose="05000000000000000000" pitchFamily="2" charset="2"/>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Clr>
          <a:srgbClr val="64686B"/>
        </a:buClr>
        <a:buSzPct val="90000"/>
        <a:buFont typeface="Wingdings" panose="05000000000000000000" pitchFamily="2" charset="2"/>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Clr>
          <a:srgbClr val="64686B"/>
        </a:buClr>
        <a:buSzPct val="90000"/>
        <a:buFont typeface="Wingdings" panose="05000000000000000000" pitchFamily="2" charset="2"/>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Clr>
          <a:srgbClr val="64686B"/>
        </a:buClr>
        <a:buSzPct val="90000"/>
        <a:buFont typeface="Wingdings" panose="05000000000000000000" pitchFamily="2" charset="2"/>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Clr>
          <a:srgbClr val="64686B"/>
        </a:buClr>
        <a:buSzPct val="90000"/>
        <a:buFont typeface="Wingdings" panose="05000000000000000000" pitchFamily="2" charset="2"/>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7491" userDrawn="1">
          <p15:clr>
            <a:srgbClr val="F26B43"/>
          </p15:clr>
        </p15:guide>
        <p15:guide id="4" pos="189" userDrawn="1">
          <p15:clr>
            <a:srgbClr val="F26B43"/>
          </p15:clr>
        </p15:guide>
        <p15:guide id="5" orient="horz" pos="958" userDrawn="1">
          <p15:clr>
            <a:srgbClr val="F26B43"/>
          </p15:clr>
        </p15:guide>
        <p15:guide id="6" orient="horz" pos="4065" userDrawn="1">
          <p15:clr>
            <a:srgbClr val="F26B43"/>
          </p15:clr>
        </p15:guide>
        <p15:guide id="7" orient="horz" pos="703" userDrawn="1">
          <p15:clr>
            <a:srgbClr val="F26B43"/>
          </p15:clr>
        </p15:guide>
        <p15:guide id="8" orient="horz" pos="187" userDrawn="1">
          <p15:clr>
            <a:srgbClr val="F26B43"/>
          </p15:clr>
        </p15:guide>
        <p15:guide id="9" pos="3749" userDrawn="1">
          <p15:clr>
            <a:srgbClr val="F26B43"/>
          </p15:clr>
        </p15:guide>
        <p15:guide id="10" pos="393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CFFAA35-54A9-2F3B-B0B5-15B9E9B65E0E}"/>
              </a:ext>
            </a:extLst>
          </p:cNvPr>
          <p:cNvSpPr>
            <a:spLocks noGrp="1"/>
          </p:cNvSpPr>
          <p:nvPr>
            <p:ph type="ctrTitle"/>
          </p:nvPr>
        </p:nvSpPr>
        <p:spPr/>
        <p:txBody>
          <a:bodyPr/>
          <a:lstStyle/>
          <a:p>
            <a:r>
              <a:rPr lang="nl-NL"/>
              <a:t>Historische geo-informatie	</a:t>
            </a:r>
          </a:p>
        </p:txBody>
      </p:sp>
      <p:sp>
        <p:nvSpPr>
          <p:cNvPr id="3" name="Ondertitel 2">
            <a:extLst>
              <a:ext uri="{FF2B5EF4-FFF2-40B4-BE49-F238E27FC236}">
                <a16:creationId xmlns:a16="http://schemas.microsoft.com/office/drawing/2014/main" id="{C0D40446-620E-70AA-7430-FB70428A6B03}"/>
              </a:ext>
            </a:extLst>
          </p:cNvPr>
          <p:cNvSpPr>
            <a:spLocks noGrp="1"/>
          </p:cNvSpPr>
          <p:nvPr>
            <p:ph type="subTitle" idx="1"/>
          </p:nvPr>
        </p:nvSpPr>
        <p:spPr/>
        <p:txBody>
          <a:bodyPr/>
          <a:lstStyle/>
          <a:p>
            <a:r>
              <a:rPr lang="nl-NL"/>
              <a:t>Tijdreizen op locatie </a:t>
            </a:r>
          </a:p>
        </p:txBody>
      </p:sp>
      <p:sp>
        <p:nvSpPr>
          <p:cNvPr id="5" name="Tijdelijke aanduiding voor tekst 4">
            <a:extLst>
              <a:ext uri="{FF2B5EF4-FFF2-40B4-BE49-F238E27FC236}">
                <a16:creationId xmlns:a16="http://schemas.microsoft.com/office/drawing/2014/main" id="{70269E31-8424-519E-A74C-0E96976EA105}"/>
              </a:ext>
            </a:extLst>
          </p:cNvPr>
          <p:cNvSpPr>
            <a:spLocks noGrp="1"/>
          </p:cNvSpPr>
          <p:nvPr>
            <p:ph type="body" sz="quarter" idx="21"/>
          </p:nvPr>
        </p:nvSpPr>
        <p:spPr>
          <a:xfrm>
            <a:off x="6602096" y="3832745"/>
            <a:ext cx="3706470" cy="216000"/>
          </a:xfrm>
        </p:spPr>
        <p:txBody>
          <a:bodyPr/>
          <a:lstStyle/>
          <a:p>
            <a:r>
              <a:rPr lang="nl-NL" dirty="0"/>
              <a:t>Geonovum, NDE, RCE, KNAW HC</a:t>
            </a:r>
          </a:p>
        </p:txBody>
      </p:sp>
      <p:sp>
        <p:nvSpPr>
          <p:cNvPr id="14" name="Tijdelijke aanduiding voor datum 13">
            <a:extLst>
              <a:ext uri="{FF2B5EF4-FFF2-40B4-BE49-F238E27FC236}">
                <a16:creationId xmlns:a16="http://schemas.microsoft.com/office/drawing/2014/main" id="{E5C588CF-1BFB-0D66-F25E-177160CCAE65}"/>
              </a:ext>
            </a:extLst>
          </p:cNvPr>
          <p:cNvSpPr>
            <a:spLocks noGrp="1"/>
          </p:cNvSpPr>
          <p:nvPr>
            <p:ph type="dt" sz="half" idx="22"/>
          </p:nvPr>
        </p:nvSpPr>
        <p:spPr/>
        <p:txBody>
          <a:bodyPr/>
          <a:lstStyle/>
          <a:p>
            <a:r>
              <a:rPr lang="nl-NL" dirty="0"/>
              <a:t>Donderdag 6 november 2025</a:t>
            </a:r>
          </a:p>
        </p:txBody>
      </p:sp>
      <p:sp>
        <p:nvSpPr>
          <p:cNvPr id="4" name="Tijdelijke aanduiding voor dianummer 3">
            <a:extLst>
              <a:ext uri="{FF2B5EF4-FFF2-40B4-BE49-F238E27FC236}">
                <a16:creationId xmlns:a16="http://schemas.microsoft.com/office/drawing/2014/main" id="{10C1C29F-34CB-505D-6FA5-D756549933B1}"/>
              </a:ext>
            </a:extLst>
          </p:cNvPr>
          <p:cNvSpPr>
            <a:spLocks noGrp="1"/>
          </p:cNvSpPr>
          <p:nvPr>
            <p:ph type="sldNum" sz="quarter" idx="24"/>
          </p:nvPr>
        </p:nvSpPr>
        <p:spPr/>
        <p:txBody>
          <a:bodyPr/>
          <a:lstStyle/>
          <a:p>
            <a:fld id="{A648B885-FF76-47CB-8BBD-27E7EBF07CA9}" type="slidenum">
              <a:rPr lang="nl-NL" smtClean="0"/>
              <a:pPr/>
              <a:t>1</a:t>
            </a:fld>
            <a:endParaRPr lang="nl-NL"/>
          </a:p>
        </p:txBody>
      </p:sp>
    </p:spTree>
    <p:extLst>
      <p:ext uri="{BB962C8B-B14F-4D97-AF65-F5344CB8AC3E}">
        <p14:creationId xmlns:p14="http://schemas.microsoft.com/office/powerpoint/2010/main" val="1730279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1FD72ED-91CD-0E54-7A90-136FFA5E33A5}"/>
              </a:ext>
            </a:extLst>
          </p:cNvPr>
          <p:cNvSpPr>
            <a:spLocks noGrp="1"/>
          </p:cNvSpPr>
          <p:nvPr>
            <p:ph type="title"/>
          </p:nvPr>
        </p:nvSpPr>
        <p:spPr/>
        <p:txBody>
          <a:bodyPr>
            <a:noAutofit/>
          </a:bodyPr>
          <a:lstStyle/>
          <a:p>
            <a:r>
              <a:rPr lang="nl-NL" sz="3200"/>
              <a:t>Resultaat van deze week: </a:t>
            </a:r>
            <a:br>
              <a:rPr lang="nl-NL" sz="3200"/>
            </a:br>
            <a:br>
              <a:rPr lang="nl-NL" sz="3200"/>
            </a:br>
            <a:r>
              <a:rPr lang="nl-NL" sz="3200"/>
              <a:t>het is mogelijk historische gegevens ruimtelijk te verkennen en zogenaamde tijdreizen op locatie uit te voeren, waarbij gebruikers van bijvoorbeeld de Erfgoedatlas door verschillende historische datasets heen kunnen navigeren en zo het verleden geografisch kunnen ervaren en analyseren.</a:t>
            </a:r>
          </a:p>
        </p:txBody>
      </p:sp>
      <p:sp>
        <p:nvSpPr>
          <p:cNvPr id="4" name="Tijdelijke aanduiding voor dianummer 3">
            <a:extLst>
              <a:ext uri="{FF2B5EF4-FFF2-40B4-BE49-F238E27FC236}">
                <a16:creationId xmlns:a16="http://schemas.microsoft.com/office/drawing/2014/main" id="{86DB2FA1-37EE-1FE7-48CC-9F04FFCDD371}"/>
              </a:ext>
            </a:extLst>
          </p:cNvPr>
          <p:cNvSpPr>
            <a:spLocks noGrp="1"/>
          </p:cNvSpPr>
          <p:nvPr>
            <p:ph type="sldNum" sz="quarter" idx="12"/>
          </p:nvPr>
        </p:nvSpPr>
        <p:spPr/>
        <p:txBody>
          <a:bodyPr/>
          <a:lstStyle/>
          <a:p>
            <a:fld id="{A648B885-FF76-47CB-8BBD-27E7EBF07CA9}" type="slidenum">
              <a:rPr lang="nl-NL" smtClean="0"/>
              <a:t>2</a:t>
            </a:fld>
            <a:endParaRPr lang="nl-NL"/>
          </a:p>
        </p:txBody>
      </p:sp>
    </p:spTree>
    <p:extLst>
      <p:ext uri="{BB962C8B-B14F-4D97-AF65-F5344CB8AC3E}">
        <p14:creationId xmlns:p14="http://schemas.microsoft.com/office/powerpoint/2010/main" val="4345979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84C528E-767D-8030-06A1-5DA54DAC64F4}"/>
              </a:ext>
            </a:extLst>
          </p:cNvPr>
          <p:cNvSpPr>
            <a:spLocks noGrp="1"/>
          </p:cNvSpPr>
          <p:nvPr>
            <p:ph type="title"/>
          </p:nvPr>
        </p:nvSpPr>
        <p:spPr/>
        <p:txBody>
          <a:bodyPr>
            <a:noAutofit/>
          </a:bodyPr>
          <a:lstStyle/>
          <a:p>
            <a:r>
              <a:rPr lang="nl-NL" sz="3200"/>
              <a:t>Hiervoor is nodig: </a:t>
            </a:r>
            <a:br>
              <a:rPr lang="nl-NL" sz="3200"/>
            </a:br>
            <a:br>
              <a:rPr lang="nl-NL" sz="3200"/>
            </a:br>
            <a:r>
              <a:rPr lang="nl-NL" sz="3200"/>
              <a:t>Te komen tot een gestructureerde, machine leesbare en duurzaam beheerde verzameling van historische geo-informatie in Nederland, waarin naamvarianten, onderlinge semantische relaties, bijbehorende ruimtelijke representaties (geometrieën), en geldigheidsperiodes systematisch worden vastgelegd en het mogelijk maakt te kunnen tijdreizen op locatie. </a:t>
            </a:r>
          </a:p>
        </p:txBody>
      </p:sp>
      <p:sp>
        <p:nvSpPr>
          <p:cNvPr id="4" name="Tijdelijke aanduiding voor dianummer 3">
            <a:extLst>
              <a:ext uri="{FF2B5EF4-FFF2-40B4-BE49-F238E27FC236}">
                <a16:creationId xmlns:a16="http://schemas.microsoft.com/office/drawing/2014/main" id="{30EAC21B-2921-B913-A492-E420BE2A8BBB}"/>
              </a:ext>
            </a:extLst>
          </p:cNvPr>
          <p:cNvSpPr>
            <a:spLocks noGrp="1"/>
          </p:cNvSpPr>
          <p:nvPr>
            <p:ph type="sldNum" sz="quarter" idx="12"/>
          </p:nvPr>
        </p:nvSpPr>
        <p:spPr/>
        <p:txBody>
          <a:bodyPr/>
          <a:lstStyle/>
          <a:p>
            <a:fld id="{A648B885-FF76-47CB-8BBD-27E7EBF07CA9}" type="slidenum">
              <a:rPr lang="nl-NL" smtClean="0"/>
              <a:t>3</a:t>
            </a:fld>
            <a:endParaRPr lang="nl-NL"/>
          </a:p>
        </p:txBody>
      </p:sp>
    </p:spTree>
    <p:extLst>
      <p:ext uri="{BB962C8B-B14F-4D97-AF65-F5344CB8AC3E}">
        <p14:creationId xmlns:p14="http://schemas.microsoft.com/office/powerpoint/2010/main" val="1389673490"/>
      </p:ext>
    </p:extLst>
  </p:cSld>
  <p:clrMapOvr>
    <a:masterClrMapping/>
  </p:clrMapOvr>
</p:sld>
</file>

<file path=ppt/theme/theme1.xml><?xml version="1.0" encoding="utf-8"?>
<a:theme xmlns:a="http://schemas.openxmlformats.org/drawingml/2006/main" name="Geonovum">
  <a:themeElements>
    <a:clrScheme name="Geonovum 2022">
      <a:dk1>
        <a:srgbClr val="3C3C3C"/>
      </a:dk1>
      <a:lt1>
        <a:sysClr val="window" lastClr="FFFFFF"/>
      </a:lt1>
      <a:dk2>
        <a:srgbClr val="64686B"/>
      </a:dk2>
      <a:lt2>
        <a:srgbClr val="EEEEEE"/>
      </a:lt2>
      <a:accent1>
        <a:srgbClr val="97C00E"/>
      </a:accent1>
      <a:accent2>
        <a:srgbClr val="64686B"/>
      </a:accent2>
      <a:accent3>
        <a:srgbClr val="0085C6"/>
      </a:accent3>
      <a:accent4>
        <a:srgbClr val="97C00E"/>
      </a:accent4>
      <a:accent5>
        <a:srgbClr val="64686B"/>
      </a:accent5>
      <a:accent6>
        <a:srgbClr val="0085C6"/>
      </a:accent6>
      <a:hlink>
        <a:srgbClr val="0085C6"/>
      </a:hlink>
      <a:folHlink>
        <a:srgbClr val="64686B"/>
      </a:folHlink>
    </a:clrScheme>
    <a:fontScheme name="Geonovum 2022">
      <a:majorFont>
        <a:latin typeface="Tenorite"/>
        <a:ea typeface=""/>
        <a:cs typeface=""/>
      </a:majorFont>
      <a:minorFont>
        <a:latin typeface="Tenorite"/>
        <a:ea typeface=""/>
        <a:cs typeface=""/>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Geonovum Presentatie Leeg" id="{716796FB-ADAB-4D00-9236-B46152BFB9EE}" vid="{5F87CC6B-FD91-4B34-9A3F-79D51A67B325}"/>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6b5f7f7-2f15-447a-b5f6-1e4312ec3a6d" xsi:nil="true"/>
    <lcf76f155ced4ddcb4097134ff3c332f xmlns="385505e6-e5d7-4f1a-b335-045f4e6272b3">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16A073BBB3FB3429D87D77C40313058" ma:contentTypeVersion="18" ma:contentTypeDescription="Een nieuw document maken." ma:contentTypeScope="" ma:versionID="e5d76f0da0a1945d8b16396533fe6e9d">
  <xsd:schema xmlns:xsd="http://www.w3.org/2001/XMLSchema" xmlns:xs="http://www.w3.org/2001/XMLSchema" xmlns:p="http://schemas.microsoft.com/office/2006/metadata/properties" xmlns:ns2="385505e6-e5d7-4f1a-b335-045f4e6272b3" xmlns:ns3="86b5f7f7-2f15-447a-b5f6-1e4312ec3a6d" targetNamespace="http://schemas.microsoft.com/office/2006/metadata/properties" ma:root="true" ma:fieldsID="d0189333ac63d80a414da38867bda56a" ns2:_="" ns3:_="">
    <xsd:import namespace="385505e6-e5d7-4f1a-b335-045f4e6272b3"/>
    <xsd:import namespace="86b5f7f7-2f15-447a-b5f6-1e4312ec3a6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5505e6-e5d7-4f1a-b335-045f4e6272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lcf76f155ced4ddcb4097134ff3c332f" ma:index="18" nillable="true" ma:taxonomy="true" ma:internalName="lcf76f155ced4ddcb4097134ff3c332f" ma:taxonomyFieldName="MediaServiceImageTags" ma:displayName="Afbeeldingtags" ma:readOnly="false" ma:fieldId="{5cf76f15-5ced-4ddc-b409-7134ff3c332f}" ma:taxonomyMulti="true" ma:sspId="ece1ab0c-3d38-4605-9abd-f7fc75f3b073"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6b5f7f7-2f15-447a-b5f6-1e4312ec3a6d" elementFormDefault="qualified">
    <xsd:import namespace="http://schemas.microsoft.com/office/2006/documentManagement/types"/>
    <xsd:import namespace="http://schemas.microsoft.com/office/infopath/2007/PartnerControls"/>
    <xsd:element name="SharedWithUsers" ma:index="13"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Gedeeld met details" ma:internalName="SharedWithDetails" ma:readOnly="true">
      <xsd:simpleType>
        <xsd:restriction base="dms:Note">
          <xsd:maxLength value="255"/>
        </xsd:restriction>
      </xsd:simpleType>
    </xsd:element>
    <xsd:element name="TaxCatchAll" ma:index="19" nillable="true" ma:displayName="Taxonomy Catch All Column" ma:hidden="true" ma:list="{58b36c94-b9c1-4ed1-a4e5-64fd1c764bee}" ma:internalName="TaxCatchAll" ma:showField="CatchAllData" ma:web="86b5f7f7-2f15-447a-b5f6-1e4312ec3a6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B341FBB-6F23-41B3-B5EF-85542B521AC1}">
  <ds:schemaRefs>
    <ds:schemaRef ds:uri="385505e6-e5d7-4f1a-b335-045f4e6272b3"/>
    <ds:schemaRef ds:uri="86b5f7f7-2f15-447a-b5f6-1e4312ec3a6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1B5B27C-D6DE-4243-A713-FB35C8ACA188}">
  <ds:schemaRefs>
    <ds:schemaRef ds:uri="385505e6-e5d7-4f1a-b335-045f4e6272b3"/>
    <ds:schemaRef ds:uri="86b5f7f7-2f15-447a-b5f6-1e4312ec3a6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739F101-D579-4810-9317-8C580A404E9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Geonovum Presentatie Leeg</Template>
  <TotalTime>0</TotalTime>
  <Words>120</Words>
  <Application>Microsoft Office PowerPoint</Application>
  <PresentationFormat>Breedbeeld</PresentationFormat>
  <Paragraphs>9</Paragraphs>
  <Slides>3</Slides>
  <Notes>0</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3</vt:i4>
      </vt:variant>
    </vt:vector>
  </HeadingPairs>
  <TitlesOfParts>
    <vt:vector size="8" baseType="lpstr">
      <vt:lpstr>Arial</vt:lpstr>
      <vt:lpstr>Calibri</vt:lpstr>
      <vt:lpstr>Tenorite</vt:lpstr>
      <vt:lpstr>Wingdings</vt:lpstr>
      <vt:lpstr>Geonovum</vt:lpstr>
      <vt:lpstr>Historische geo-informatie </vt:lpstr>
      <vt:lpstr>Resultaat van deze week:   het is mogelijk historische gegevens ruimtelijk te verkennen en zogenaamde tijdreizen op locatie uit te voeren, waarbij gebruikers van bijvoorbeeld de Erfgoedatlas door verschillende historische datasets heen kunnen navigeren en zo het verleden geografisch kunnen ervaren en analyseren.</vt:lpstr>
      <vt:lpstr>Hiervoor is nodig:   Te komen tot een gestructureerde, machine leesbare en duurzaam beheerde verzameling van historische geo-informatie in Nederland, waarin naamvarianten, onderlinge semantische relaties, bijbehorende ruimtelijke representaties (geometrieën), en geldigheidsperiodes systematisch worden vastgelegd en het mogelijk maakt te kunnen tijdreizen op locatie.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Monique van Scherpenzeel</dc:creator>
  <cp:lastModifiedBy>Monique van Scherpenzeel</cp:lastModifiedBy>
  <cp:revision>1</cp:revision>
  <cp:lastPrinted>2025-11-03T07:26:33Z</cp:lastPrinted>
  <dcterms:created xsi:type="dcterms:W3CDTF">2025-09-01T12:58:52Z</dcterms:created>
  <dcterms:modified xsi:type="dcterms:W3CDTF">2025-11-06T09:38:38Z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0x010100216A073BBB3FB3429D87D77C40313058</vt:lpwstr>
  </property>
  <property fmtid="{D5CDD505-2E9C-101B-9397-08002B2CF9AE}" pid="3" name="MediaServiceImageTags">
    <vt:lpwstr/>
  </property>
</Properties>
</file>